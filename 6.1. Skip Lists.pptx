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3"/>
  </p:notesMasterIdLst>
  <p:handoutMasterIdLst>
    <p:handoutMasterId r:id="rId24"/>
  </p:handoutMasterIdLst>
  <p:sldIdLst>
    <p:sldId id="256" r:id="rId2"/>
    <p:sldId id="384" r:id="rId3"/>
    <p:sldId id="383" r:id="rId4"/>
    <p:sldId id="365" r:id="rId5"/>
    <p:sldId id="366" r:id="rId6"/>
    <p:sldId id="367" r:id="rId7"/>
    <p:sldId id="368" r:id="rId8"/>
    <p:sldId id="369" r:id="rId9"/>
    <p:sldId id="370" r:id="rId10"/>
    <p:sldId id="371" r:id="rId11"/>
    <p:sldId id="372" r:id="rId12"/>
    <p:sldId id="373" r:id="rId13"/>
    <p:sldId id="374" r:id="rId14"/>
    <p:sldId id="376" r:id="rId15"/>
    <p:sldId id="375" r:id="rId16"/>
    <p:sldId id="380" r:id="rId17"/>
    <p:sldId id="377" r:id="rId18"/>
    <p:sldId id="378" r:id="rId19"/>
    <p:sldId id="379" r:id="rId20"/>
    <p:sldId id="381" r:id="rId21"/>
    <p:sldId id="382" r:id="rId22"/>
  </p:sldIdLst>
  <p:sldSz cx="9144000" cy="6858000" type="screen4x3"/>
  <p:notesSz cx="9874250" cy="6797675"/>
  <p:custDataLst>
    <p:tags r:id="rId2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n, Hongyang" initials="SH" lastIdx="1" clrIdx="0">
    <p:extLst>
      <p:ext uri="{19B8F6BF-5375-455C-9EA6-DF929625EA0E}">
        <p15:presenceInfo xmlns:p15="http://schemas.microsoft.com/office/powerpoint/2012/main" userId="Sun, Hongy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5D0EB"/>
    <a:srgbClr val="FF0000"/>
    <a:srgbClr val="FF6699"/>
    <a:srgbClr val="FF5050"/>
    <a:srgbClr val="FF0066"/>
    <a:srgbClr val="697687"/>
    <a:srgbClr val="33CC33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63" autoAdjust="0"/>
    <p:restoredTop sz="99488" autoAdjust="0"/>
  </p:normalViewPr>
  <p:slideViewPr>
    <p:cSldViewPr>
      <p:cViewPr varScale="1">
        <p:scale>
          <a:sx n="159" d="100"/>
          <a:sy n="159" d="100"/>
        </p:scale>
        <p:origin x="1752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763" y="0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C08EC4F-FB64-4275-B034-48A25DDED05E}" type="datetimeFigureOut">
              <a:rPr lang="en-SG"/>
              <a:pPr>
                <a:defRPr/>
              </a:pPr>
              <a:t>20/2/2024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763" y="6456363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6E554DD-2745-4EB0-B6E1-D06B114A9A41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344BD9E-33DC-4FCB-884E-41896FC80C51}" type="datetimeFigureOut">
              <a:rPr lang="en-SG"/>
              <a:pPr>
                <a:defRPr/>
              </a:pPr>
              <a:t>20/2/2024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40088" y="509588"/>
            <a:ext cx="3398837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SG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28975"/>
            <a:ext cx="7899400" cy="3059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SG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763" y="6456363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A3A49BB-B583-4F53-8101-CA533F019F87}" type="slidenum">
              <a:rPr lang="en-SG"/>
              <a:pPr>
                <a:defRPr/>
              </a:pPr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September 7, 2005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6E3AB-D71B-4798-9492-D7D8613716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September 7, 2005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259CCD-4F58-4E47-B08A-28DC7D872B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September 7, 2005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1BE61A-3B3C-4A85-A0BC-18EC995A44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September 7, 2005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A1EE86-D442-49A3-95E6-E43A93FFB1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September 7, 2005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90096A-2C48-43B0-A5F0-CAF0BDCE87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September 7, 2005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9B148-299E-4213-97DC-203B847758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September 7, 2005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236F4-5C1E-434E-9A32-E9341277A2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September 7, 2005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4F4BF2-5459-4C30-A13A-8B615C126F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September 7, 2005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763AB-37AA-433C-93EA-5467AE2254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September 7, 2005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CA641A-349D-49BE-9E52-597548C20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September 7, 2005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9DFAF-033A-4993-BC6B-5CD2C34649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8" charset="0"/>
              </a:defRPr>
            </a:lvl1pPr>
          </a:lstStyle>
          <a:p>
            <a:r>
              <a:rPr lang="en-US" altLang="en-US"/>
              <a:t>September 7, 2005</a:t>
            </a:r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pPr>
              <a:defRPr/>
            </a:pPr>
            <a:fld id="{543C66B7-9051-46D6-91FE-10763E2D03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1383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384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844824"/>
            <a:ext cx="8064896" cy="1977008"/>
          </a:xfrm>
        </p:spPr>
        <p:txBody>
          <a:bodyPr/>
          <a:lstStyle/>
          <a:p>
            <a:pPr algn="ctr"/>
            <a:r>
              <a:rPr lang="en-US" sz="3600" dirty="0"/>
              <a:t>EECS 330 Data Structures and Algorithms</a:t>
            </a:r>
            <a:br>
              <a:rPr lang="en-US" sz="4400" dirty="0"/>
            </a:br>
            <a:r>
              <a:rPr lang="en-US" sz="1000" dirty="0"/>
              <a:t> 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Skip Lists</a:t>
            </a:r>
            <a:br>
              <a:rPr lang="en-US" sz="4400" dirty="0"/>
            </a:br>
            <a:br>
              <a:rPr lang="en-US" sz="4400" dirty="0"/>
            </a:br>
            <a:r>
              <a:rPr lang="en-US" sz="1000" dirty="0"/>
              <a:t> 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600" y="4149080"/>
            <a:ext cx="6480720" cy="1368152"/>
          </a:xfrm>
        </p:spPr>
        <p:txBody>
          <a:bodyPr/>
          <a:lstStyle/>
          <a:p>
            <a:r>
              <a:rPr lang="en-US" sz="2400" dirty="0"/>
              <a:t>Dr. </a:t>
            </a:r>
            <a:r>
              <a:rPr lang="en-US" sz="2400" dirty="0" err="1"/>
              <a:t>Hongyang</a:t>
            </a:r>
            <a:r>
              <a:rPr lang="en-US" sz="2400" dirty="0"/>
              <a:t> Sun</a:t>
            </a:r>
          </a:p>
          <a:p>
            <a:r>
              <a:rPr lang="en-US" sz="2400" dirty="0"/>
              <a:t>GTA: Jigyas Sharma</a:t>
            </a:r>
          </a:p>
          <a:p>
            <a:endParaRPr lang="en-US" sz="1200" dirty="0"/>
          </a:p>
          <a:p>
            <a:r>
              <a:rPr lang="en-US" sz="2400" dirty="0"/>
              <a:t>A</a:t>
            </a:r>
            <a:r>
              <a:rPr lang="en-US" altLang="zh-CN" sz="2400" dirty="0"/>
              <a:t>ssistant Professor</a:t>
            </a:r>
            <a:endParaRPr lang="en-US" sz="2400" dirty="0"/>
          </a:p>
          <a:p>
            <a:r>
              <a:rPr lang="en-US" sz="2400" dirty="0"/>
              <a:t>Department of EECS</a:t>
            </a:r>
          </a:p>
          <a:p>
            <a:r>
              <a:rPr lang="en-US" sz="2400" dirty="0"/>
              <a:t>University of Kansas</a:t>
            </a:r>
          </a:p>
        </p:txBody>
      </p:sp>
      <p:pic>
        <p:nvPicPr>
          <p:cNvPr id="4" name="Picture 2" descr="Kansas Jayhawk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509120"/>
            <a:ext cx="2016224" cy="179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613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99CB-3A90-BA09-703E-485B6108F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Recap of 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3F478-A2DF-219A-5B57-04877F409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types of Linked Lists: Singly-linked and Doubly-linked</a:t>
            </a:r>
          </a:p>
          <a:p>
            <a:r>
              <a:rPr lang="en-US" dirty="0"/>
              <a:t>Each node contains data and a reference to the next(and previous) node.</a:t>
            </a:r>
          </a:p>
          <a:p>
            <a:r>
              <a:rPr lang="en-US" dirty="0"/>
              <a:t>Operations over Linked Lists: Insertion, Deletion and Traversal</a:t>
            </a:r>
          </a:p>
          <a:p>
            <a:r>
              <a:rPr lang="en-US" dirty="0"/>
              <a:t>Drawbacks: No Random Access</a:t>
            </a:r>
          </a:p>
        </p:txBody>
      </p:sp>
    </p:spTree>
    <p:extLst>
      <p:ext uri="{BB962C8B-B14F-4D97-AF65-F5344CB8AC3E}">
        <p14:creationId xmlns:p14="http://schemas.microsoft.com/office/powerpoint/2010/main" val="2338289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7126-73B0-59AB-6BF0-07D3D278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Skip Lists over other Structures?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1A1F0-EB8C-5016-1A5C-FE7AAA20A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Dynamic than Sorted Arrays</a:t>
            </a:r>
          </a:p>
          <a:p>
            <a:r>
              <a:rPr lang="en-US" dirty="0"/>
              <a:t>Better Memory Efficiency than Tree-like Structures</a:t>
            </a:r>
          </a:p>
          <a:p>
            <a:r>
              <a:rPr lang="en-US" dirty="0"/>
              <a:t>Implementation with Concurrency and Parallelism</a:t>
            </a:r>
          </a:p>
          <a:p>
            <a:r>
              <a:rPr lang="en-US" dirty="0"/>
              <a:t>Simple Implementation</a:t>
            </a:r>
          </a:p>
          <a:p>
            <a:r>
              <a:rPr lang="en-US" dirty="0"/>
              <a:t>Approximation Queries are faster</a:t>
            </a:r>
          </a:p>
        </p:txBody>
      </p:sp>
    </p:spTree>
    <p:extLst>
      <p:ext uri="{BB962C8B-B14F-4D97-AF65-F5344CB8AC3E}">
        <p14:creationId xmlns:p14="http://schemas.microsoft.com/office/powerpoint/2010/main" val="394134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3A370-27BD-6F01-E3D4-C91157F6A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4744"/>
                <a:ext cx="8435280" cy="2448272"/>
              </a:xfrm>
            </p:spPr>
            <p:txBody>
              <a:bodyPr/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Skip lists</a:t>
                </a:r>
                <a:r>
                  <a:rPr lang="en-US" sz="2200" dirty="0"/>
                  <a:t> are randomized data structures that are built upon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sorted linked lists</a:t>
                </a:r>
                <a:r>
                  <a:rPr lang="en-US" sz="2200" dirty="0">
                    <a:solidFill>
                      <a:srgbClr val="FF0000"/>
                    </a:solidFill>
                  </a:rPr>
                  <a:t>, </a:t>
                </a:r>
                <a:r>
                  <a:rPr lang="en-US" sz="2200" dirty="0"/>
                  <a:t>but allows </a:t>
                </a:r>
                <a:r>
                  <a:rPr lang="en-US" sz="2200" dirty="0">
                    <a:solidFill>
                      <a:srgbClr val="FF0000"/>
                    </a:solidFill>
                  </a:rPr>
                  <a:t>INSERT, DELETE, SEARCH </a:t>
                </a:r>
                <a:r>
                  <a:rPr lang="en-US" sz="2200" dirty="0"/>
                  <a:t>operations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done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0000FF"/>
                    </a:solidFill>
                  </a:rPr>
                  <a:t> </a:t>
                </a:r>
                <a:r>
                  <a:rPr lang="en-US" sz="2200" dirty="0"/>
                  <a:t>time.</a:t>
                </a:r>
                <a:endParaRPr lang="en-US" sz="1800" dirty="0"/>
              </a:p>
              <a:p>
                <a:pPr lvl="1"/>
                <a:r>
                  <a:rPr lang="en-US" sz="2000" b="1" u="sng" dirty="0"/>
                  <a:t>Note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i="1" dirty="0"/>
                  <a:t> is the </a:t>
                </a:r>
                <a:r>
                  <a:rPr lang="en-US" sz="2000" i="1" dirty="0">
                    <a:solidFill>
                      <a:srgbClr val="0000FF"/>
                    </a:solidFill>
                  </a:rPr>
                  <a:t>average running time</a:t>
                </a:r>
                <a:r>
                  <a:rPr lang="en-US" sz="2000" i="1" dirty="0"/>
                  <a:t>, but </a:t>
                </a:r>
                <a:r>
                  <a:rPr lang="en-US" sz="2000" i="1" dirty="0">
                    <a:solidFill>
                      <a:srgbClr val="0000FF"/>
                    </a:solidFill>
                  </a:rPr>
                  <a:t>with high probability </a:t>
                </a:r>
                <a:r>
                  <a:rPr lang="en-US" sz="2000" i="1" dirty="0"/>
                  <a:t>(i.e., almost always guaranteed). </a:t>
                </a:r>
              </a:p>
              <a:p>
                <a:pPr lvl="1"/>
                <a:endParaRPr lang="en-US" sz="1000" i="1" dirty="0"/>
              </a:p>
              <a:p>
                <a:pPr marL="0" indent="0">
                  <a:buNone/>
                </a:pPr>
                <a:r>
                  <a:rPr lang="en-US" sz="2200" i="1" dirty="0"/>
                  <a:t>For simplicity, we’ll use simplify drawing for a doubly linked list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3A370-27BD-6F01-E3D4-C91157F6A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4744"/>
                <a:ext cx="8435280" cy="2448272"/>
              </a:xfrm>
              <a:blipFill>
                <a:blip r:embed="rId2"/>
                <a:stretch>
                  <a:fillRect l="-939" t="-1496" b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4">
            <a:extLst>
              <a:ext uri="{FF2B5EF4-FFF2-40B4-BE49-F238E27FC236}">
                <a16:creationId xmlns:a16="http://schemas.microsoft.com/office/drawing/2014/main" id="{70459B03-1A46-C546-9220-3336F6270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42845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008A87"/>
                </a:solidFill>
                <a:ea typeface="Arial Unicode MS" pitchFamily="34" charset="-122"/>
              </a:rPr>
              <a:t>25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6275D0F5-78AD-FCD1-5413-9CE67663D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42845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en-US" altLang="en-US" sz="2400" dirty="0">
                <a:solidFill>
                  <a:srgbClr val="008A87"/>
                </a:solidFill>
                <a:ea typeface="Arial Unicode MS" pitchFamily="34" charset="-122"/>
              </a:rPr>
              <a:t>9</a:t>
            </a:r>
          </a:p>
        </p:txBody>
      </p:sp>
      <p:cxnSp>
        <p:nvCxnSpPr>
          <p:cNvPr id="8" name="AutoShape 6">
            <a:extLst>
              <a:ext uri="{FF2B5EF4-FFF2-40B4-BE49-F238E27FC236}">
                <a16:creationId xmlns:a16="http://schemas.microsoft.com/office/drawing/2014/main" id="{5AE590A0-F8EA-F76A-B7B3-168BC03D0CA4}"/>
              </a:ext>
            </a:extLst>
          </p:cNvPr>
          <p:cNvCxnSpPr>
            <a:cxnSpLocks noChangeShapeType="1"/>
            <a:stCxn id="6" idx="3"/>
            <a:endCxn id="7" idx="1"/>
          </p:cNvCxnSpPr>
          <p:nvPr/>
        </p:nvCxnSpPr>
        <p:spPr bwMode="auto">
          <a:xfrm>
            <a:off x="2590800" y="5733256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AutoShape 7">
            <a:extLst>
              <a:ext uri="{FF2B5EF4-FFF2-40B4-BE49-F238E27FC236}">
                <a16:creationId xmlns:a16="http://schemas.microsoft.com/office/drawing/2014/main" id="{441B14BE-673C-AFB6-0276-06C115564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542845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008A87"/>
                </a:solidFill>
                <a:ea typeface="Arial Unicode MS" pitchFamily="34" charset="-122"/>
              </a:rPr>
              <a:t>16</a:t>
            </a:r>
          </a:p>
        </p:txBody>
      </p:sp>
      <p:cxnSp>
        <p:nvCxnSpPr>
          <p:cNvPr id="10" name="AutoShape 8">
            <a:extLst>
              <a:ext uri="{FF2B5EF4-FFF2-40B4-BE49-F238E27FC236}">
                <a16:creationId xmlns:a16="http://schemas.microsoft.com/office/drawing/2014/main" id="{85A3A7B3-17D5-1B9A-7B2E-861E92D99427}"/>
              </a:ext>
            </a:extLst>
          </p:cNvPr>
          <p:cNvCxnSpPr>
            <a:cxnSpLocks noChangeShapeType="1"/>
            <a:stCxn id="7" idx="3"/>
            <a:endCxn id="9" idx="1"/>
          </p:cNvCxnSpPr>
          <p:nvPr/>
        </p:nvCxnSpPr>
        <p:spPr bwMode="auto">
          <a:xfrm>
            <a:off x="3581400" y="5733256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AutoShape 9">
            <a:extLst>
              <a:ext uri="{FF2B5EF4-FFF2-40B4-BE49-F238E27FC236}">
                <a16:creationId xmlns:a16="http://schemas.microsoft.com/office/drawing/2014/main" id="{781D77EF-B706-E1D8-3603-FEAA46696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42845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en-US" altLang="en-US" sz="2400" dirty="0">
                <a:solidFill>
                  <a:srgbClr val="008A87"/>
                </a:solidFill>
                <a:ea typeface="Arial Unicode MS" pitchFamily="34" charset="-122"/>
              </a:rPr>
              <a:t>4</a:t>
            </a:r>
          </a:p>
        </p:txBody>
      </p:sp>
      <p:cxnSp>
        <p:nvCxnSpPr>
          <p:cNvPr id="12" name="AutoShape 10">
            <a:extLst>
              <a:ext uri="{FF2B5EF4-FFF2-40B4-BE49-F238E27FC236}">
                <a16:creationId xmlns:a16="http://schemas.microsoft.com/office/drawing/2014/main" id="{4B2A3907-0DEC-EE62-CB06-517CE208C511}"/>
              </a:ext>
            </a:extLst>
          </p:cNvPr>
          <p:cNvCxnSpPr>
            <a:cxnSpLocks noChangeShapeType="1"/>
            <a:stCxn id="9" idx="3"/>
            <a:endCxn id="11" idx="1"/>
          </p:cNvCxnSpPr>
          <p:nvPr/>
        </p:nvCxnSpPr>
        <p:spPr bwMode="auto">
          <a:xfrm>
            <a:off x="4572000" y="5733256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11">
            <a:extLst>
              <a:ext uri="{FF2B5EF4-FFF2-40B4-BE49-F238E27FC236}">
                <a16:creationId xmlns:a16="http://schemas.microsoft.com/office/drawing/2014/main" id="{C8141BBA-B21F-5E53-527A-291B5A93B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42845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90000"/>
              </a:lnSpc>
            </a:pPr>
            <a:r>
              <a:rPr lang="en-US" altLang="en-US" sz="2400" dirty="0">
                <a:solidFill>
                  <a:srgbClr val="008A87"/>
                </a:solidFill>
                <a:ea typeface="Arial Unicode MS" pitchFamily="34" charset="-122"/>
              </a:rPr>
              <a:t>1</a:t>
            </a:r>
          </a:p>
        </p:txBody>
      </p:sp>
      <p:cxnSp>
        <p:nvCxnSpPr>
          <p:cNvPr id="14" name="AutoShape 12">
            <a:extLst>
              <a:ext uri="{FF2B5EF4-FFF2-40B4-BE49-F238E27FC236}">
                <a16:creationId xmlns:a16="http://schemas.microsoft.com/office/drawing/2014/main" id="{F5E19483-1F1A-CA1C-5F8C-3B69F6D7F643}"/>
              </a:ext>
            </a:extLst>
          </p:cNvPr>
          <p:cNvCxnSpPr>
            <a:cxnSpLocks noChangeShapeType="1"/>
            <a:stCxn id="11" idx="3"/>
            <a:endCxn id="13" idx="1"/>
          </p:cNvCxnSpPr>
          <p:nvPr/>
        </p:nvCxnSpPr>
        <p:spPr bwMode="auto">
          <a:xfrm>
            <a:off x="5562600" y="5733256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2D0DADED-14B1-F574-FEE7-E712D45A0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3645024"/>
            <a:ext cx="7681210" cy="855826"/>
          </a:xfrm>
          <a:prstGeom prst="rect">
            <a:avLst/>
          </a:prstGeom>
        </p:spPr>
      </p:pic>
      <p:sp>
        <p:nvSpPr>
          <p:cNvPr id="19" name="Arrow: Down 18">
            <a:extLst>
              <a:ext uri="{FF2B5EF4-FFF2-40B4-BE49-F238E27FC236}">
                <a16:creationId xmlns:a16="http://schemas.microsoft.com/office/drawing/2014/main" id="{35676B1E-89BA-C53F-69F9-C7F2DAB8214F}"/>
              </a:ext>
            </a:extLst>
          </p:cNvPr>
          <p:cNvSpPr/>
          <p:nvPr/>
        </p:nvSpPr>
        <p:spPr>
          <a:xfrm>
            <a:off x="4139952" y="4581128"/>
            <a:ext cx="288032" cy="504056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4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Search in linked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3A370-27BD-6F01-E3D4-C91157F6A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4744"/>
                <a:ext cx="8003232" cy="2448272"/>
              </a:xfrm>
            </p:spPr>
            <p:txBody>
              <a:bodyPr/>
              <a:lstStyle/>
              <a:p>
                <a:r>
                  <a:rPr lang="en-US" sz="2200" dirty="0"/>
                  <a:t>One major problem with a </a:t>
                </a:r>
                <a:r>
                  <a:rPr lang="en-US" sz="2200" dirty="0">
                    <a:solidFill>
                      <a:srgbClr val="FF0000"/>
                    </a:solidFill>
                  </a:rPr>
                  <a:t>sorted linked list </a:t>
                </a:r>
                <a:r>
                  <a:rPr lang="en-US" sz="2200" dirty="0"/>
                  <a:t>is the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SEARCH</a:t>
                </a:r>
                <a:r>
                  <a:rPr lang="en-US" sz="2200" dirty="0"/>
                  <a:t> operation, which takes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200" dirty="0"/>
                  <a:t> time in the worst case. </a:t>
                </a:r>
              </a:p>
              <a:p>
                <a:pPr lvl="1"/>
                <a:r>
                  <a:rPr lang="en-US" sz="2200" b="1" u="sng" dirty="0"/>
                  <a:t>Note</a:t>
                </a:r>
                <a:r>
                  <a:rPr lang="en-US" sz="2200" dirty="0"/>
                  <a:t>: </a:t>
                </a:r>
                <a:r>
                  <a:rPr lang="en-US" sz="2200" b="1" i="1" dirty="0">
                    <a:solidFill>
                      <a:srgbClr val="FF0000"/>
                    </a:solidFill>
                  </a:rPr>
                  <a:t>INSERT</a:t>
                </a:r>
                <a:r>
                  <a:rPr lang="en-US" sz="2200" i="1" dirty="0"/>
                  <a:t> also takes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200" i="1" dirty="0"/>
                  <a:t> time, but it is due to searching for the right position to insert the element; Once position is found, insert itself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00" i="1" dirty="0"/>
                  <a:t> time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3A370-27BD-6F01-E3D4-C91157F6A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4744"/>
                <a:ext cx="8003232" cy="2448272"/>
              </a:xfrm>
              <a:blipFill>
                <a:blip r:embed="rId2"/>
                <a:stretch>
                  <a:fillRect l="-152" t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4">
            <a:extLst>
              <a:ext uri="{FF2B5EF4-FFF2-40B4-BE49-F238E27FC236}">
                <a16:creationId xmlns:a16="http://schemas.microsoft.com/office/drawing/2014/main" id="{4CBE326C-D34D-9075-660D-1FB20CBC1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44" y="4440677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008A87"/>
                </a:solidFill>
                <a:ea typeface="Arial Unicode MS" pitchFamily="34" charset="-122"/>
              </a:rPr>
              <a:t>14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40FA8B6-F28B-E4AE-D6AC-2410B2281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144" y="4440677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23</a:t>
            </a:r>
          </a:p>
        </p:txBody>
      </p:sp>
      <p:cxnSp>
        <p:nvCxnSpPr>
          <p:cNvPr id="15" name="AutoShape 6">
            <a:extLst>
              <a:ext uri="{FF2B5EF4-FFF2-40B4-BE49-F238E27FC236}">
                <a16:creationId xmlns:a16="http://schemas.microsoft.com/office/drawing/2014/main" id="{2456703D-83A9-A024-A590-5F6DEEDF8E0D}"/>
              </a:ext>
            </a:extLst>
          </p:cNvPr>
          <p:cNvCxnSpPr>
            <a:cxnSpLocks noChangeShapeType="1"/>
            <a:stCxn id="4" idx="3"/>
            <a:endCxn id="5" idx="1"/>
          </p:cNvCxnSpPr>
          <p:nvPr/>
        </p:nvCxnSpPr>
        <p:spPr bwMode="auto">
          <a:xfrm>
            <a:off x="715144" y="4745477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AutoShape 7">
            <a:extLst>
              <a:ext uri="{FF2B5EF4-FFF2-40B4-BE49-F238E27FC236}">
                <a16:creationId xmlns:a16="http://schemas.microsoft.com/office/drawing/2014/main" id="{CBB3E89C-7624-4D81-93CB-5B1152E7D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6744" y="4440677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34</a:t>
            </a:r>
          </a:p>
        </p:txBody>
      </p:sp>
      <p:cxnSp>
        <p:nvCxnSpPr>
          <p:cNvPr id="17" name="AutoShape 8">
            <a:extLst>
              <a:ext uri="{FF2B5EF4-FFF2-40B4-BE49-F238E27FC236}">
                <a16:creationId xmlns:a16="http://schemas.microsoft.com/office/drawing/2014/main" id="{CDAA1C60-1F8E-4781-FC13-4CD279010F07}"/>
              </a:ext>
            </a:extLst>
          </p:cNvPr>
          <p:cNvCxnSpPr>
            <a:cxnSpLocks noChangeShapeType="1"/>
            <a:stCxn id="5" idx="3"/>
            <a:endCxn id="16" idx="1"/>
          </p:cNvCxnSpPr>
          <p:nvPr/>
        </p:nvCxnSpPr>
        <p:spPr bwMode="auto">
          <a:xfrm>
            <a:off x="1705744" y="4745477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AutoShape 9">
            <a:extLst>
              <a:ext uri="{FF2B5EF4-FFF2-40B4-BE49-F238E27FC236}">
                <a16:creationId xmlns:a16="http://schemas.microsoft.com/office/drawing/2014/main" id="{1276C33C-A896-5B04-56CB-E45D8C22E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7344" y="4440677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42</a:t>
            </a:r>
          </a:p>
        </p:txBody>
      </p:sp>
      <p:cxnSp>
        <p:nvCxnSpPr>
          <p:cNvPr id="21" name="AutoShape 10">
            <a:extLst>
              <a:ext uri="{FF2B5EF4-FFF2-40B4-BE49-F238E27FC236}">
                <a16:creationId xmlns:a16="http://schemas.microsoft.com/office/drawing/2014/main" id="{305C257E-E6AB-C4F5-61C5-B72A9B414A43}"/>
              </a:ext>
            </a:extLst>
          </p:cNvPr>
          <p:cNvCxnSpPr>
            <a:cxnSpLocks noChangeShapeType="1"/>
            <a:stCxn id="16" idx="3"/>
            <a:endCxn id="20" idx="1"/>
          </p:cNvCxnSpPr>
          <p:nvPr/>
        </p:nvCxnSpPr>
        <p:spPr bwMode="auto">
          <a:xfrm>
            <a:off x="2696344" y="4745477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AutoShape 11">
            <a:extLst>
              <a:ext uri="{FF2B5EF4-FFF2-40B4-BE49-F238E27FC236}">
                <a16:creationId xmlns:a16="http://schemas.microsoft.com/office/drawing/2014/main" id="{9787BA34-E350-BC83-5674-D9F9F9563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944" y="4440677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50</a:t>
            </a:r>
          </a:p>
        </p:txBody>
      </p:sp>
      <p:cxnSp>
        <p:nvCxnSpPr>
          <p:cNvPr id="23" name="AutoShape 12">
            <a:extLst>
              <a:ext uri="{FF2B5EF4-FFF2-40B4-BE49-F238E27FC236}">
                <a16:creationId xmlns:a16="http://schemas.microsoft.com/office/drawing/2014/main" id="{87E63F08-6553-0B8C-62CC-0E93C1D1F267}"/>
              </a:ext>
            </a:extLst>
          </p:cNvPr>
          <p:cNvCxnSpPr>
            <a:cxnSpLocks noChangeShapeType="1"/>
            <a:stCxn id="20" idx="3"/>
            <a:endCxn id="22" idx="1"/>
          </p:cNvCxnSpPr>
          <p:nvPr/>
        </p:nvCxnSpPr>
        <p:spPr bwMode="auto">
          <a:xfrm>
            <a:off x="3686944" y="4745477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AutoShape 13">
            <a:extLst>
              <a:ext uri="{FF2B5EF4-FFF2-40B4-BE49-F238E27FC236}">
                <a16:creationId xmlns:a16="http://schemas.microsoft.com/office/drawing/2014/main" id="{484CDC0B-B586-4D48-AF87-CBD711FCF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8544" y="4440677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59</a:t>
            </a:r>
          </a:p>
        </p:txBody>
      </p:sp>
      <p:cxnSp>
        <p:nvCxnSpPr>
          <p:cNvPr id="25" name="AutoShape 14">
            <a:extLst>
              <a:ext uri="{FF2B5EF4-FFF2-40B4-BE49-F238E27FC236}">
                <a16:creationId xmlns:a16="http://schemas.microsoft.com/office/drawing/2014/main" id="{3E6FD5F1-D682-72CE-10FB-84A38C662862}"/>
              </a:ext>
            </a:extLst>
          </p:cNvPr>
          <p:cNvCxnSpPr>
            <a:cxnSpLocks noChangeShapeType="1"/>
            <a:stCxn id="22" idx="3"/>
            <a:endCxn id="24" idx="1"/>
          </p:cNvCxnSpPr>
          <p:nvPr/>
        </p:nvCxnSpPr>
        <p:spPr bwMode="auto">
          <a:xfrm>
            <a:off x="4677544" y="4745477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AutoShape 15">
            <a:extLst>
              <a:ext uri="{FF2B5EF4-FFF2-40B4-BE49-F238E27FC236}">
                <a16:creationId xmlns:a16="http://schemas.microsoft.com/office/drawing/2014/main" id="{12CDFB16-37F4-E905-5763-C6CB3639C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144" y="4440677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66</a:t>
            </a:r>
          </a:p>
        </p:txBody>
      </p:sp>
      <p:cxnSp>
        <p:nvCxnSpPr>
          <p:cNvPr id="27" name="AutoShape 16">
            <a:extLst>
              <a:ext uri="{FF2B5EF4-FFF2-40B4-BE49-F238E27FC236}">
                <a16:creationId xmlns:a16="http://schemas.microsoft.com/office/drawing/2014/main" id="{B7622ABA-536A-DE88-0A77-228D23A34DF0}"/>
              </a:ext>
            </a:extLst>
          </p:cNvPr>
          <p:cNvCxnSpPr>
            <a:cxnSpLocks noChangeShapeType="1"/>
            <a:stCxn id="24" idx="3"/>
            <a:endCxn id="26" idx="1"/>
          </p:cNvCxnSpPr>
          <p:nvPr/>
        </p:nvCxnSpPr>
        <p:spPr bwMode="auto">
          <a:xfrm>
            <a:off x="5668144" y="4745477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AutoShape 17">
            <a:extLst>
              <a:ext uri="{FF2B5EF4-FFF2-40B4-BE49-F238E27FC236}">
                <a16:creationId xmlns:a16="http://schemas.microsoft.com/office/drawing/2014/main" id="{D1EE2726-D223-6C26-7645-AF7681822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9744" y="4440677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72</a:t>
            </a:r>
          </a:p>
        </p:txBody>
      </p:sp>
      <p:cxnSp>
        <p:nvCxnSpPr>
          <p:cNvPr id="29" name="AutoShape 18">
            <a:extLst>
              <a:ext uri="{FF2B5EF4-FFF2-40B4-BE49-F238E27FC236}">
                <a16:creationId xmlns:a16="http://schemas.microsoft.com/office/drawing/2014/main" id="{245152CA-67E6-5307-75CB-F3F5104E5EDE}"/>
              </a:ext>
            </a:extLst>
          </p:cNvPr>
          <p:cNvCxnSpPr>
            <a:cxnSpLocks noChangeShapeType="1"/>
            <a:stCxn id="26" idx="3"/>
            <a:endCxn id="28" idx="1"/>
          </p:cNvCxnSpPr>
          <p:nvPr/>
        </p:nvCxnSpPr>
        <p:spPr bwMode="auto">
          <a:xfrm>
            <a:off x="6658744" y="4745477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AutoShape 19">
            <a:extLst>
              <a:ext uri="{FF2B5EF4-FFF2-40B4-BE49-F238E27FC236}">
                <a16:creationId xmlns:a16="http://schemas.microsoft.com/office/drawing/2014/main" id="{0451423F-6B95-DB87-05A4-9515193F3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0344" y="4440677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008A87"/>
                </a:solidFill>
                <a:ea typeface="Arial Unicode MS" pitchFamily="34" charset="-122"/>
              </a:rPr>
              <a:t>79</a:t>
            </a:r>
          </a:p>
        </p:txBody>
      </p:sp>
      <p:cxnSp>
        <p:nvCxnSpPr>
          <p:cNvPr id="31" name="AutoShape 20">
            <a:extLst>
              <a:ext uri="{FF2B5EF4-FFF2-40B4-BE49-F238E27FC236}">
                <a16:creationId xmlns:a16="http://schemas.microsoft.com/office/drawing/2014/main" id="{A9FE72BF-70F2-B0C8-A72D-84AD272A9BD4}"/>
              </a:ext>
            </a:extLst>
          </p:cNvPr>
          <p:cNvCxnSpPr>
            <a:cxnSpLocks noChangeShapeType="1"/>
            <a:stCxn id="28" idx="3"/>
            <a:endCxn id="30" idx="1"/>
          </p:cNvCxnSpPr>
          <p:nvPr/>
        </p:nvCxnSpPr>
        <p:spPr bwMode="auto">
          <a:xfrm>
            <a:off x="7649344" y="4745477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21">
            <a:extLst>
              <a:ext uri="{FF2B5EF4-FFF2-40B4-BE49-F238E27FC236}">
                <a16:creationId xmlns:a16="http://schemas.microsoft.com/office/drawing/2014/main" id="{421B8ADA-7FC3-5484-E188-6D50F8ADBC7A}"/>
              </a:ext>
            </a:extLst>
          </p:cNvPr>
          <p:cNvCxnSpPr>
            <a:cxnSpLocks noChangeShapeType="1"/>
            <a:stCxn id="30" idx="3"/>
          </p:cNvCxnSpPr>
          <p:nvPr/>
        </p:nvCxnSpPr>
        <p:spPr bwMode="auto">
          <a:xfrm>
            <a:off x="8639944" y="4745477"/>
            <a:ext cx="3810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Rectangle 3">
            <a:extLst>
              <a:ext uri="{FF2B5EF4-FFF2-40B4-BE49-F238E27FC236}">
                <a16:creationId xmlns:a16="http://schemas.microsoft.com/office/drawing/2014/main" id="{AD7B5847-F4A5-4741-4D13-D6111CADE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03394"/>
            <a:ext cx="7772400" cy="757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altLang="en-US" sz="2200" b="1" u="sng" kern="0" dirty="0">
                <a:ea typeface="Arial Unicode MS" pitchFamily="34" charset="-122"/>
              </a:rPr>
              <a:t>Example:</a:t>
            </a:r>
            <a:r>
              <a:rPr lang="en-US" altLang="en-US" sz="2200" kern="0" dirty="0">
                <a:solidFill>
                  <a:schemeClr val="accent2"/>
                </a:solidFill>
                <a:ea typeface="Arial Unicode MS" pitchFamily="34" charset="-122"/>
              </a:rPr>
              <a:t>  </a:t>
            </a:r>
            <a:r>
              <a:rPr lang="en-US" altLang="en-US" sz="2200" b="1" kern="0" dirty="0">
                <a:solidFill>
                  <a:srgbClr val="FF0000"/>
                </a:solidFill>
                <a:ea typeface="Arial Unicode MS" pitchFamily="34" charset="-122"/>
              </a:rPr>
              <a:t>SEARCH(72)</a:t>
            </a:r>
            <a:r>
              <a:rPr lang="en-US" altLang="en-US" sz="2200" kern="0" dirty="0">
                <a:ea typeface="Arial Unicode MS" pitchFamily="34" charset="-122"/>
              </a:rPr>
              <a:t> in a sorted linked list</a:t>
            </a:r>
            <a:endParaRPr lang="en-US" altLang="en-US" sz="2200" kern="0" dirty="0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5C0EF215-2228-25AC-ECDE-65E79CA8981E}"/>
              </a:ext>
            </a:extLst>
          </p:cNvPr>
          <p:cNvSpPr/>
          <p:nvPr/>
        </p:nvSpPr>
        <p:spPr>
          <a:xfrm>
            <a:off x="410344" y="5085184"/>
            <a:ext cx="6995120" cy="17134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82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Speed up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3A370-27BD-6F01-E3D4-C91157F6A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363272" cy="2448272"/>
          </a:xfrm>
        </p:spPr>
        <p:txBody>
          <a:bodyPr/>
          <a:lstStyle/>
          <a:p>
            <a:r>
              <a:rPr lang="en-US" sz="2200" dirty="0">
                <a:solidFill>
                  <a:srgbClr val="FF0000"/>
                </a:solidFill>
              </a:rPr>
              <a:t>Skip lists </a:t>
            </a:r>
            <a:r>
              <a:rPr lang="en-US" sz="2200" dirty="0"/>
              <a:t>speed up search by maintaining </a:t>
            </a:r>
            <a:r>
              <a:rPr lang="en-US" sz="2200" dirty="0">
                <a:solidFill>
                  <a:srgbClr val="0000FF"/>
                </a:solidFill>
              </a:rPr>
              <a:t>multiple sorted lists, </a:t>
            </a:r>
            <a:r>
              <a:rPr lang="en-US" sz="2200" dirty="0"/>
              <a:t>and some elements appear in more than one list, which are connected by </a:t>
            </a:r>
            <a:r>
              <a:rPr lang="en-US" sz="2200" dirty="0">
                <a:solidFill>
                  <a:srgbClr val="0000FF"/>
                </a:solidFill>
              </a:rPr>
              <a:t>vertical links. </a:t>
            </a:r>
          </a:p>
          <a:p>
            <a:pPr lvl="1"/>
            <a:r>
              <a:rPr lang="en-US" sz="2000" i="1" dirty="0"/>
              <a:t>Think of this as express trains that do not stop at every station. 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AD7B5847-F4A5-4741-4D13-D6111CADE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852936"/>
            <a:ext cx="7772400" cy="757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altLang="en-US" sz="2200" b="1" u="sng" kern="0" dirty="0">
                <a:ea typeface="Arial Unicode MS" pitchFamily="34" charset="-122"/>
              </a:rPr>
              <a:t>Example:</a:t>
            </a:r>
            <a:r>
              <a:rPr lang="en-US" altLang="en-US" sz="2200" kern="0" dirty="0">
                <a:solidFill>
                  <a:schemeClr val="accent2"/>
                </a:solidFill>
                <a:ea typeface="Arial Unicode MS" pitchFamily="34" charset="-122"/>
              </a:rPr>
              <a:t>  </a:t>
            </a:r>
            <a:r>
              <a:rPr lang="en-US" altLang="en-US" sz="2200" b="1" kern="0" dirty="0">
                <a:solidFill>
                  <a:srgbClr val="FF0000"/>
                </a:solidFill>
                <a:ea typeface="Arial Unicode MS" pitchFamily="34" charset="-122"/>
              </a:rPr>
              <a:t>SEARCH(72) </a:t>
            </a:r>
            <a:r>
              <a:rPr lang="en-US" altLang="en-US" sz="2200" kern="0" dirty="0">
                <a:ea typeface="Arial Unicode MS" pitchFamily="34" charset="-122"/>
              </a:rPr>
              <a:t>in two sorted lists </a:t>
            </a:r>
            <a:endParaRPr lang="en-US" altLang="en-US" sz="2200" kern="0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D899C50-A38C-38CE-462A-7AB4DE1CA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61" y="497889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14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4DF9D03-F9C2-53D9-FAB2-8A6544BC9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661" y="497889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23</a:t>
            </a:r>
          </a:p>
        </p:txBody>
      </p:sp>
      <p:cxnSp>
        <p:nvCxnSpPr>
          <p:cNvPr id="8" name="AutoShape 6">
            <a:extLst>
              <a:ext uri="{FF2B5EF4-FFF2-40B4-BE49-F238E27FC236}">
                <a16:creationId xmlns:a16="http://schemas.microsoft.com/office/drawing/2014/main" id="{467089D9-E953-4155-D721-1BBEDD6A22EA}"/>
              </a:ext>
            </a:extLst>
          </p:cNvPr>
          <p:cNvCxnSpPr>
            <a:cxnSpLocks noChangeShapeType="1"/>
            <a:stCxn id="6" idx="3"/>
            <a:endCxn id="7" idx="1"/>
          </p:cNvCxnSpPr>
          <p:nvPr/>
        </p:nvCxnSpPr>
        <p:spPr bwMode="auto">
          <a:xfrm>
            <a:off x="815661" y="5283696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AutoShape 7">
            <a:extLst>
              <a:ext uri="{FF2B5EF4-FFF2-40B4-BE49-F238E27FC236}">
                <a16:creationId xmlns:a16="http://schemas.microsoft.com/office/drawing/2014/main" id="{ABE9C55D-EA89-7450-6FF7-4CD430320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261" y="497889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34</a:t>
            </a:r>
          </a:p>
        </p:txBody>
      </p:sp>
      <p:cxnSp>
        <p:nvCxnSpPr>
          <p:cNvPr id="10" name="AutoShape 8">
            <a:extLst>
              <a:ext uri="{FF2B5EF4-FFF2-40B4-BE49-F238E27FC236}">
                <a16:creationId xmlns:a16="http://schemas.microsoft.com/office/drawing/2014/main" id="{5FDBBDBC-0861-EC5F-2DA3-557950A3939D}"/>
              </a:ext>
            </a:extLst>
          </p:cNvPr>
          <p:cNvCxnSpPr>
            <a:cxnSpLocks noChangeShapeType="1"/>
            <a:stCxn id="7" idx="3"/>
            <a:endCxn id="9" idx="1"/>
          </p:cNvCxnSpPr>
          <p:nvPr/>
        </p:nvCxnSpPr>
        <p:spPr bwMode="auto">
          <a:xfrm>
            <a:off x="1806261" y="5283696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AutoShape 9">
            <a:extLst>
              <a:ext uri="{FF2B5EF4-FFF2-40B4-BE49-F238E27FC236}">
                <a16:creationId xmlns:a16="http://schemas.microsoft.com/office/drawing/2014/main" id="{7BAC2960-F3AD-F3E0-E542-081758AA8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7861" y="497889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42</a:t>
            </a:r>
          </a:p>
        </p:txBody>
      </p:sp>
      <p:cxnSp>
        <p:nvCxnSpPr>
          <p:cNvPr id="12" name="AutoShape 10">
            <a:extLst>
              <a:ext uri="{FF2B5EF4-FFF2-40B4-BE49-F238E27FC236}">
                <a16:creationId xmlns:a16="http://schemas.microsoft.com/office/drawing/2014/main" id="{28F1C729-F05B-EE4E-D700-5A3C4F88B114}"/>
              </a:ext>
            </a:extLst>
          </p:cNvPr>
          <p:cNvCxnSpPr>
            <a:cxnSpLocks noChangeShapeType="1"/>
            <a:stCxn id="9" idx="3"/>
            <a:endCxn id="11" idx="1"/>
          </p:cNvCxnSpPr>
          <p:nvPr/>
        </p:nvCxnSpPr>
        <p:spPr bwMode="auto">
          <a:xfrm>
            <a:off x="2796861" y="5283696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11">
            <a:extLst>
              <a:ext uri="{FF2B5EF4-FFF2-40B4-BE49-F238E27FC236}">
                <a16:creationId xmlns:a16="http://schemas.microsoft.com/office/drawing/2014/main" id="{7D234FB7-6263-C824-E0DD-3807CB8D2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461" y="497889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50</a:t>
            </a:r>
          </a:p>
        </p:txBody>
      </p:sp>
      <p:sp>
        <p:nvSpPr>
          <p:cNvPr id="14" name="AutoShape 12">
            <a:extLst>
              <a:ext uri="{FF2B5EF4-FFF2-40B4-BE49-F238E27FC236}">
                <a16:creationId xmlns:a16="http://schemas.microsoft.com/office/drawing/2014/main" id="{79601D77-DEAE-2774-746D-94A29DF12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061" y="497889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59</a:t>
            </a:r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FDAABCAE-7D5C-0C9E-9E4C-D9878EDDD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661" y="497889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66</a:t>
            </a:r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240AED61-D5B3-0134-BD68-C5A46F74C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0261" y="497889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72</a:t>
            </a:r>
          </a:p>
        </p:txBody>
      </p:sp>
      <p:cxnSp>
        <p:nvCxnSpPr>
          <p:cNvPr id="35" name="AutoShape 15">
            <a:extLst>
              <a:ext uri="{FF2B5EF4-FFF2-40B4-BE49-F238E27FC236}">
                <a16:creationId xmlns:a16="http://schemas.microsoft.com/office/drawing/2014/main" id="{F4091522-14EA-E752-0D00-D15D6D3B78E4}"/>
              </a:ext>
            </a:extLst>
          </p:cNvPr>
          <p:cNvCxnSpPr>
            <a:cxnSpLocks noChangeShapeType="1"/>
            <a:stCxn id="18" idx="3"/>
            <a:endCxn id="19" idx="1"/>
          </p:cNvCxnSpPr>
          <p:nvPr/>
        </p:nvCxnSpPr>
        <p:spPr bwMode="auto">
          <a:xfrm>
            <a:off x="6759261" y="5283696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AutoShape 16">
            <a:extLst>
              <a:ext uri="{FF2B5EF4-FFF2-40B4-BE49-F238E27FC236}">
                <a16:creationId xmlns:a16="http://schemas.microsoft.com/office/drawing/2014/main" id="{46F87C94-EE20-93AB-A42E-916C76052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0861" y="497889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79</a:t>
            </a:r>
          </a:p>
        </p:txBody>
      </p:sp>
      <p:cxnSp>
        <p:nvCxnSpPr>
          <p:cNvPr id="37" name="AutoShape 17">
            <a:extLst>
              <a:ext uri="{FF2B5EF4-FFF2-40B4-BE49-F238E27FC236}">
                <a16:creationId xmlns:a16="http://schemas.microsoft.com/office/drawing/2014/main" id="{EB37D6DE-057A-2E38-AEE2-0F320F4679D9}"/>
              </a:ext>
            </a:extLst>
          </p:cNvPr>
          <p:cNvCxnSpPr>
            <a:cxnSpLocks noChangeShapeType="1"/>
            <a:stCxn id="19" idx="3"/>
            <a:endCxn id="36" idx="1"/>
          </p:cNvCxnSpPr>
          <p:nvPr/>
        </p:nvCxnSpPr>
        <p:spPr bwMode="auto">
          <a:xfrm>
            <a:off x="7749861" y="5283696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AutoShape 18">
            <a:extLst>
              <a:ext uri="{FF2B5EF4-FFF2-40B4-BE49-F238E27FC236}">
                <a16:creationId xmlns:a16="http://schemas.microsoft.com/office/drawing/2014/main" id="{E02D690E-F818-6AD0-C857-7B06D0678C5E}"/>
              </a:ext>
            </a:extLst>
          </p:cNvPr>
          <p:cNvCxnSpPr>
            <a:cxnSpLocks noChangeShapeType="1"/>
            <a:stCxn id="36" idx="3"/>
          </p:cNvCxnSpPr>
          <p:nvPr/>
        </p:nvCxnSpPr>
        <p:spPr bwMode="auto">
          <a:xfrm>
            <a:off x="8740461" y="5283696"/>
            <a:ext cx="3810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AutoShape 19">
            <a:extLst>
              <a:ext uri="{FF2B5EF4-FFF2-40B4-BE49-F238E27FC236}">
                <a16:creationId xmlns:a16="http://schemas.microsoft.com/office/drawing/2014/main" id="{2B42B7BD-1A21-A0C0-36D0-BD1EE2209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61" y="398829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14</a:t>
            </a:r>
          </a:p>
        </p:txBody>
      </p:sp>
      <p:sp>
        <p:nvSpPr>
          <p:cNvPr id="40" name="AutoShape 21">
            <a:extLst>
              <a:ext uri="{FF2B5EF4-FFF2-40B4-BE49-F238E27FC236}">
                <a16:creationId xmlns:a16="http://schemas.microsoft.com/office/drawing/2014/main" id="{0812DB98-0729-5323-2FD7-F5260E910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7861" y="398829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42</a:t>
            </a:r>
          </a:p>
        </p:txBody>
      </p:sp>
      <p:sp>
        <p:nvSpPr>
          <p:cNvPr id="41" name="AutoShape 22">
            <a:extLst>
              <a:ext uri="{FF2B5EF4-FFF2-40B4-BE49-F238E27FC236}">
                <a16:creationId xmlns:a16="http://schemas.microsoft.com/office/drawing/2014/main" id="{B14B4972-3743-E763-3429-C0219AB7E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661" y="3988296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66</a:t>
            </a:r>
          </a:p>
        </p:txBody>
      </p:sp>
      <p:cxnSp>
        <p:nvCxnSpPr>
          <p:cNvPr id="42" name="AutoShape 23">
            <a:extLst>
              <a:ext uri="{FF2B5EF4-FFF2-40B4-BE49-F238E27FC236}">
                <a16:creationId xmlns:a16="http://schemas.microsoft.com/office/drawing/2014/main" id="{52AE5EDA-7A55-7E85-2C79-C0B0ED33DCFA}"/>
              </a:ext>
            </a:extLst>
          </p:cNvPr>
          <p:cNvCxnSpPr>
            <a:cxnSpLocks noChangeShapeType="1"/>
            <a:stCxn id="41" idx="3"/>
          </p:cNvCxnSpPr>
          <p:nvPr/>
        </p:nvCxnSpPr>
        <p:spPr bwMode="auto">
          <a:xfrm>
            <a:off x="6759261" y="4293096"/>
            <a:ext cx="13716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AutoShape 24">
            <a:extLst>
              <a:ext uri="{FF2B5EF4-FFF2-40B4-BE49-F238E27FC236}">
                <a16:creationId xmlns:a16="http://schemas.microsoft.com/office/drawing/2014/main" id="{9CD13FB0-0BEC-6B32-37C0-AF72B34736DE}"/>
              </a:ext>
            </a:extLst>
          </p:cNvPr>
          <p:cNvCxnSpPr>
            <a:cxnSpLocks noChangeShapeType="1"/>
            <a:stCxn id="39" idx="2"/>
            <a:endCxn id="6" idx="0"/>
          </p:cNvCxnSpPr>
          <p:nvPr/>
        </p:nvCxnSpPr>
        <p:spPr bwMode="auto">
          <a:xfrm>
            <a:off x="510861" y="4597896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AutoShape 26">
            <a:extLst>
              <a:ext uri="{FF2B5EF4-FFF2-40B4-BE49-F238E27FC236}">
                <a16:creationId xmlns:a16="http://schemas.microsoft.com/office/drawing/2014/main" id="{CB4F9BC9-F865-BAD9-F768-818065B34B36}"/>
              </a:ext>
            </a:extLst>
          </p:cNvPr>
          <p:cNvCxnSpPr>
            <a:cxnSpLocks noChangeShapeType="1"/>
            <a:stCxn id="41" idx="2"/>
            <a:endCxn id="18" idx="0"/>
          </p:cNvCxnSpPr>
          <p:nvPr/>
        </p:nvCxnSpPr>
        <p:spPr bwMode="auto">
          <a:xfrm>
            <a:off x="6454461" y="4597896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AutoShape 31">
            <a:extLst>
              <a:ext uri="{FF2B5EF4-FFF2-40B4-BE49-F238E27FC236}">
                <a16:creationId xmlns:a16="http://schemas.microsoft.com/office/drawing/2014/main" id="{3E117051-A530-9F24-E594-CF2A07A5E16A}"/>
              </a:ext>
            </a:extLst>
          </p:cNvPr>
          <p:cNvCxnSpPr>
            <a:cxnSpLocks noChangeShapeType="1"/>
            <a:stCxn id="39" idx="3"/>
            <a:endCxn id="40" idx="1"/>
          </p:cNvCxnSpPr>
          <p:nvPr/>
        </p:nvCxnSpPr>
        <p:spPr bwMode="auto">
          <a:xfrm>
            <a:off x="815661" y="4293096"/>
            <a:ext cx="23622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35">
            <a:extLst>
              <a:ext uri="{FF2B5EF4-FFF2-40B4-BE49-F238E27FC236}">
                <a16:creationId xmlns:a16="http://schemas.microsoft.com/office/drawing/2014/main" id="{E1626052-DBC2-390E-AB9E-F7E1E6FFAE9C}"/>
              </a:ext>
            </a:extLst>
          </p:cNvPr>
          <p:cNvCxnSpPr>
            <a:cxnSpLocks noChangeShapeType="1"/>
            <a:stCxn id="40" idx="3"/>
            <a:endCxn id="41" idx="1"/>
          </p:cNvCxnSpPr>
          <p:nvPr/>
        </p:nvCxnSpPr>
        <p:spPr bwMode="auto">
          <a:xfrm>
            <a:off x="3787461" y="4293096"/>
            <a:ext cx="23622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AutoShape 37">
            <a:extLst>
              <a:ext uri="{FF2B5EF4-FFF2-40B4-BE49-F238E27FC236}">
                <a16:creationId xmlns:a16="http://schemas.microsoft.com/office/drawing/2014/main" id="{ED8B7023-14A2-6FE7-0EE2-045C491A2D37}"/>
              </a:ext>
            </a:extLst>
          </p:cNvPr>
          <p:cNvCxnSpPr>
            <a:cxnSpLocks noChangeShapeType="1"/>
            <a:stCxn id="40" idx="2"/>
            <a:endCxn id="11" idx="0"/>
          </p:cNvCxnSpPr>
          <p:nvPr/>
        </p:nvCxnSpPr>
        <p:spPr bwMode="auto">
          <a:xfrm>
            <a:off x="3482661" y="4597896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39">
            <a:extLst>
              <a:ext uri="{FF2B5EF4-FFF2-40B4-BE49-F238E27FC236}">
                <a16:creationId xmlns:a16="http://schemas.microsoft.com/office/drawing/2014/main" id="{A7640E94-94F0-BC46-4197-05CDCB532D7D}"/>
              </a:ext>
            </a:extLst>
          </p:cNvPr>
          <p:cNvCxnSpPr>
            <a:cxnSpLocks noChangeShapeType="1"/>
            <a:stCxn id="11" idx="3"/>
            <a:endCxn id="13" idx="1"/>
          </p:cNvCxnSpPr>
          <p:nvPr/>
        </p:nvCxnSpPr>
        <p:spPr bwMode="auto">
          <a:xfrm>
            <a:off x="3787461" y="5283696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43">
            <a:extLst>
              <a:ext uri="{FF2B5EF4-FFF2-40B4-BE49-F238E27FC236}">
                <a16:creationId xmlns:a16="http://schemas.microsoft.com/office/drawing/2014/main" id="{87B1A321-7AC1-8D93-15A0-E5625AD90BD9}"/>
              </a:ext>
            </a:extLst>
          </p:cNvPr>
          <p:cNvCxnSpPr>
            <a:cxnSpLocks noChangeShapeType="1"/>
            <a:stCxn id="13" idx="3"/>
            <a:endCxn id="14" idx="1"/>
          </p:cNvCxnSpPr>
          <p:nvPr/>
        </p:nvCxnSpPr>
        <p:spPr bwMode="auto">
          <a:xfrm>
            <a:off x="4778061" y="5283696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AutoShape 45">
            <a:extLst>
              <a:ext uri="{FF2B5EF4-FFF2-40B4-BE49-F238E27FC236}">
                <a16:creationId xmlns:a16="http://schemas.microsoft.com/office/drawing/2014/main" id="{1432ED1E-83AB-0E3F-C21D-1BDE199A7940}"/>
              </a:ext>
            </a:extLst>
          </p:cNvPr>
          <p:cNvCxnSpPr>
            <a:cxnSpLocks noChangeShapeType="1"/>
            <a:stCxn id="14" idx="3"/>
            <a:endCxn id="18" idx="1"/>
          </p:cNvCxnSpPr>
          <p:nvPr/>
        </p:nvCxnSpPr>
        <p:spPr bwMode="auto">
          <a:xfrm>
            <a:off x="5768661" y="5283696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9850163B-2A86-7763-4464-DB747B59CE33}"/>
              </a:ext>
            </a:extLst>
          </p:cNvPr>
          <p:cNvSpPr/>
          <p:nvPr/>
        </p:nvSpPr>
        <p:spPr>
          <a:xfrm>
            <a:off x="449941" y="4426550"/>
            <a:ext cx="6138283" cy="17134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48F3D588-4BEC-F208-E4DA-FB6AF593EFB2}"/>
              </a:ext>
            </a:extLst>
          </p:cNvPr>
          <p:cNvSpPr/>
          <p:nvPr/>
        </p:nvSpPr>
        <p:spPr>
          <a:xfrm>
            <a:off x="6660231" y="5588495"/>
            <a:ext cx="936103" cy="14474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FAF17828-CAC4-23A3-F9BD-DEA418A437F8}"/>
              </a:ext>
            </a:extLst>
          </p:cNvPr>
          <p:cNvSpPr/>
          <p:nvPr/>
        </p:nvSpPr>
        <p:spPr>
          <a:xfrm rot="5400000">
            <a:off x="6084168" y="4985836"/>
            <a:ext cx="1141874" cy="14473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22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Two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3A370-27BD-6F01-E3D4-C91157F6A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4744"/>
                <a:ext cx="8363272" cy="2448272"/>
              </a:xfrm>
            </p:spPr>
            <p:txBody>
              <a:bodyPr/>
              <a:lstStyle/>
              <a:p>
                <a:r>
                  <a:rPr lang="en-US" sz="2200" dirty="0"/>
                  <a:t>Given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elements in total, how many should be in the top list?</a:t>
                </a:r>
              </a:p>
              <a:p>
                <a:r>
                  <a:rPr lang="en-US" sz="2200" dirty="0"/>
                  <a:t>Suppose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elements are in the top list (equally spaced)</a:t>
                </a:r>
              </a:p>
              <a:p>
                <a:r>
                  <a:rPr lang="en-US" sz="2200" dirty="0"/>
                  <a:t>Then, the cost of </a:t>
                </a:r>
                <a:r>
                  <a:rPr lang="en-US" sz="2200" dirty="0">
                    <a:solidFill>
                      <a:srgbClr val="FF0000"/>
                    </a:solidFill>
                  </a:rPr>
                  <a:t>SEARCH</a:t>
                </a:r>
                <a:r>
                  <a:rPr lang="en-US" sz="2200" dirty="0"/>
                  <a:t> is roughly:</a:t>
                </a:r>
              </a:p>
              <a:p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</m:oMath>
                  </m:oMathPara>
                </a14:m>
                <a:endParaRPr lang="en-US" sz="22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3A370-27BD-6F01-E3D4-C91157F6A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4744"/>
                <a:ext cx="8363272" cy="2448272"/>
              </a:xfrm>
              <a:blipFill>
                <a:blip r:embed="rId2"/>
                <a:stretch>
                  <a:fillRect l="-146" t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4">
            <a:extLst>
              <a:ext uri="{FF2B5EF4-FFF2-40B4-BE49-F238E27FC236}">
                <a16:creationId xmlns:a16="http://schemas.microsoft.com/office/drawing/2014/main" id="{5D899C50-A38C-38CE-462A-7AB4DE1CA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14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4DF9D03-F9C2-53D9-FAB2-8A6544BC9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6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23</a:t>
            </a:r>
          </a:p>
        </p:txBody>
      </p:sp>
      <p:cxnSp>
        <p:nvCxnSpPr>
          <p:cNvPr id="8" name="AutoShape 6">
            <a:extLst>
              <a:ext uri="{FF2B5EF4-FFF2-40B4-BE49-F238E27FC236}">
                <a16:creationId xmlns:a16="http://schemas.microsoft.com/office/drawing/2014/main" id="{467089D9-E953-4155-D721-1BBEDD6A22EA}"/>
              </a:ext>
            </a:extLst>
          </p:cNvPr>
          <p:cNvCxnSpPr>
            <a:cxnSpLocks noChangeShapeType="1"/>
            <a:stCxn id="6" idx="3"/>
            <a:endCxn id="7" idx="1"/>
          </p:cNvCxnSpPr>
          <p:nvPr/>
        </p:nvCxnSpPr>
        <p:spPr bwMode="auto">
          <a:xfrm>
            <a:off x="8156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AutoShape 7">
            <a:extLst>
              <a:ext uri="{FF2B5EF4-FFF2-40B4-BE49-F238E27FC236}">
                <a16:creationId xmlns:a16="http://schemas.microsoft.com/office/drawing/2014/main" id="{ABE9C55D-EA89-7450-6FF7-4CD430320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2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34</a:t>
            </a:r>
          </a:p>
        </p:txBody>
      </p:sp>
      <p:cxnSp>
        <p:nvCxnSpPr>
          <p:cNvPr id="10" name="AutoShape 8">
            <a:extLst>
              <a:ext uri="{FF2B5EF4-FFF2-40B4-BE49-F238E27FC236}">
                <a16:creationId xmlns:a16="http://schemas.microsoft.com/office/drawing/2014/main" id="{5FDBBDBC-0861-EC5F-2DA3-557950A3939D}"/>
              </a:ext>
            </a:extLst>
          </p:cNvPr>
          <p:cNvCxnSpPr>
            <a:cxnSpLocks noChangeShapeType="1"/>
            <a:stCxn id="7" idx="3"/>
            <a:endCxn id="9" idx="1"/>
          </p:cNvCxnSpPr>
          <p:nvPr/>
        </p:nvCxnSpPr>
        <p:spPr bwMode="auto">
          <a:xfrm>
            <a:off x="18062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AutoShape 9">
            <a:extLst>
              <a:ext uri="{FF2B5EF4-FFF2-40B4-BE49-F238E27FC236}">
                <a16:creationId xmlns:a16="http://schemas.microsoft.com/office/drawing/2014/main" id="{7BAC2960-F3AD-F3E0-E542-081758AA8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78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42</a:t>
            </a:r>
          </a:p>
        </p:txBody>
      </p:sp>
      <p:cxnSp>
        <p:nvCxnSpPr>
          <p:cNvPr id="12" name="AutoShape 10">
            <a:extLst>
              <a:ext uri="{FF2B5EF4-FFF2-40B4-BE49-F238E27FC236}">
                <a16:creationId xmlns:a16="http://schemas.microsoft.com/office/drawing/2014/main" id="{28F1C729-F05B-EE4E-D700-5A3C4F88B114}"/>
              </a:ext>
            </a:extLst>
          </p:cNvPr>
          <p:cNvCxnSpPr>
            <a:cxnSpLocks noChangeShapeType="1"/>
            <a:stCxn id="9" idx="3"/>
            <a:endCxn id="11" idx="1"/>
          </p:cNvCxnSpPr>
          <p:nvPr/>
        </p:nvCxnSpPr>
        <p:spPr bwMode="auto">
          <a:xfrm>
            <a:off x="27968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11">
            <a:extLst>
              <a:ext uri="{FF2B5EF4-FFF2-40B4-BE49-F238E27FC236}">
                <a16:creationId xmlns:a16="http://schemas.microsoft.com/office/drawing/2014/main" id="{7D234FB7-6263-C824-E0DD-3807CB8D2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4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50</a:t>
            </a:r>
          </a:p>
        </p:txBody>
      </p:sp>
      <p:sp>
        <p:nvSpPr>
          <p:cNvPr id="14" name="AutoShape 12">
            <a:extLst>
              <a:ext uri="{FF2B5EF4-FFF2-40B4-BE49-F238E27FC236}">
                <a16:creationId xmlns:a16="http://schemas.microsoft.com/office/drawing/2014/main" id="{79601D77-DEAE-2774-746D-94A29DF12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0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59</a:t>
            </a:r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FDAABCAE-7D5C-0C9E-9E4C-D9878EDDD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6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66</a:t>
            </a:r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240AED61-D5B3-0134-BD68-C5A46F74C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02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72</a:t>
            </a:r>
          </a:p>
        </p:txBody>
      </p:sp>
      <p:cxnSp>
        <p:nvCxnSpPr>
          <p:cNvPr id="35" name="AutoShape 15">
            <a:extLst>
              <a:ext uri="{FF2B5EF4-FFF2-40B4-BE49-F238E27FC236}">
                <a16:creationId xmlns:a16="http://schemas.microsoft.com/office/drawing/2014/main" id="{F4091522-14EA-E752-0D00-D15D6D3B78E4}"/>
              </a:ext>
            </a:extLst>
          </p:cNvPr>
          <p:cNvCxnSpPr>
            <a:cxnSpLocks noChangeShapeType="1"/>
            <a:stCxn id="18" idx="3"/>
            <a:endCxn id="19" idx="1"/>
          </p:cNvCxnSpPr>
          <p:nvPr/>
        </p:nvCxnSpPr>
        <p:spPr bwMode="auto">
          <a:xfrm>
            <a:off x="67592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AutoShape 16">
            <a:extLst>
              <a:ext uri="{FF2B5EF4-FFF2-40B4-BE49-F238E27FC236}">
                <a16:creationId xmlns:a16="http://schemas.microsoft.com/office/drawing/2014/main" id="{46F87C94-EE20-93AB-A42E-916C76052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08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79</a:t>
            </a:r>
          </a:p>
        </p:txBody>
      </p:sp>
      <p:cxnSp>
        <p:nvCxnSpPr>
          <p:cNvPr id="37" name="AutoShape 17">
            <a:extLst>
              <a:ext uri="{FF2B5EF4-FFF2-40B4-BE49-F238E27FC236}">
                <a16:creationId xmlns:a16="http://schemas.microsoft.com/office/drawing/2014/main" id="{EB37D6DE-057A-2E38-AEE2-0F320F4679D9}"/>
              </a:ext>
            </a:extLst>
          </p:cNvPr>
          <p:cNvCxnSpPr>
            <a:cxnSpLocks noChangeShapeType="1"/>
            <a:stCxn id="19" idx="3"/>
            <a:endCxn id="36" idx="1"/>
          </p:cNvCxnSpPr>
          <p:nvPr/>
        </p:nvCxnSpPr>
        <p:spPr bwMode="auto">
          <a:xfrm>
            <a:off x="77498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AutoShape 18">
            <a:extLst>
              <a:ext uri="{FF2B5EF4-FFF2-40B4-BE49-F238E27FC236}">
                <a16:creationId xmlns:a16="http://schemas.microsoft.com/office/drawing/2014/main" id="{E02D690E-F818-6AD0-C857-7B06D0678C5E}"/>
              </a:ext>
            </a:extLst>
          </p:cNvPr>
          <p:cNvCxnSpPr>
            <a:cxnSpLocks noChangeShapeType="1"/>
            <a:stCxn id="36" idx="3"/>
          </p:cNvCxnSpPr>
          <p:nvPr/>
        </p:nvCxnSpPr>
        <p:spPr bwMode="auto">
          <a:xfrm>
            <a:off x="8740461" y="5122540"/>
            <a:ext cx="3810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AutoShape 19">
            <a:extLst>
              <a:ext uri="{FF2B5EF4-FFF2-40B4-BE49-F238E27FC236}">
                <a16:creationId xmlns:a16="http://schemas.microsoft.com/office/drawing/2014/main" id="{2B42B7BD-1A21-A0C0-36D0-BD1EE2209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61" y="38271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14</a:t>
            </a:r>
          </a:p>
        </p:txBody>
      </p:sp>
      <p:sp>
        <p:nvSpPr>
          <p:cNvPr id="40" name="AutoShape 21">
            <a:extLst>
              <a:ext uri="{FF2B5EF4-FFF2-40B4-BE49-F238E27FC236}">
                <a16:creationId xmlns:a16="http://schemas.microsoft.com/office/drawing/2014/main" id="{0812DB98-0729-5323-2FD7-F5260E910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7861" y="38271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42</a:t>
            </a:r>
          </a:p>
        </p:txBody>
      </p:sp>
      <p:sp>
        <p:nvSpPr>
          <p:cNvPr id="41" name="AutoShape 22">
            <a:extLst>
              <a:ext uri="{FF2B5EF4-FFF2-40B4-BE49-F238E27FC236}">
                <a16:creationId xmlns:a16="http://schemas.microsoft.com/office/drawing/2014/main" id="{B14B4972-3743-E763-3429-C0219AB7E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661" y="38271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66</a:t>
            </a:r>
          </a:p>
        </p:txBody>
      </p:sp>
      <p:cxnSp>
        <p:nvCxnSpPr>
          <p:cNvPr id="42" name="AutoShape 23">
            <a:extLst>
              <a:ext uri="{FF2B5EF4-FFF2-40B4-BE49-F238E27FC236}">
                <a16:creationId xmlns:a16="http://schemas.microsoft.com/office/drawing/2014/main" id="{52AE5EDA-7A55-7E85-2C79-C0B0ED33DCFA}"/>
              </a:ext>
            </a:extLst>
          </p:cNvPr>
          <p:cNvCxnSpPr>
            <a:cxnSpLocks noChangeShapeType="1"/>
            <a:stCxn id="41" idx="3"/>
          </p:cNvCxnSpPr>
          <p:nvPr/>
        </p:nvCxnSpPr>
        <p:spPr bwMode="auto">
          <a:xfrm>
            <a:off x="6759261" y="4131940"/>
            <a:ext cx="13716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AutoShape 24">
            <a:extLst>
              <a:ext uri="{FF2B5EF4-FFF2-40B4-BE49-F238E27FC236}">
                <a16:creationId xmlns:a16="http://schemas.microsoft.com/office/drawing/2014/main" id="{9CD13FB0-0BEC-6B32-37C0-AF72B34736DE}"/>
              </a:ext>
            </a:extLst>
          </p:cNvPr>
          <p:cNvCxnSpPr>
            <a:cxnSpLocks noChangeShapeType="1"/>
            <a:stCxn id="39" idx="2"/>
            <a:endCxn id="6" idx="0"/>
          </p:cNvCxnSpPr>
          <p:nvPr/>
        </p:nvCxnSpPr>
        <p:spPr bwMode="auto">
          <a:xfrm>
            <a:off x="510861" y="443674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AutoShape 26">
            <a:extLst>
              <a:ext uri="{FF2B5EF4-FFF2-40B4-BE49-F238E27FC236}">
                <a16:creationId xmlns:a16="http://schemas.microsoft.com/office/drawing/2014/main" id="{CB4F9BC9-F865-BAD9-F768-818065B34B36}"/>
              </a:ext>
            </a:extLst>
          </p:cNvPr>
          <p:cNvCxnSpPr>
            <a:cxnSpLocks noChangeShapeType="1"/>
            <a:stCxn id="41" idx="2"/>
            <a:endCxn id="18" idx="0"/>
          </p:cNvCxnSpPr>
          <p:nvPr/>
        </p:nvCxnSpPr>
        <p:spPr bwMode="auto">
          <a:xfrm>
            <a:off x="6454461" y="443674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AutoShape 31">
            <a:extLst>
              <a:ext uri="{FF2B5EF4-FFF2-40B4-BE49-F238E27FC236}">
                <a16:creationId xmlns:a16="http://schemas.microsoft.com/office/drawing/2014/main" id="{3E117051-A530-9F24-E594-CF2A07A5E16A}"/>
              </a:ext>
            </a:extLst>
          </p:cNvPr>
          <p:cNvCxnSpPr>
            <a:cxnSpLocks noChangeShapeType="1"/>
            <a:stCxn id="39" idx="3"/>
            <a:endCxn id="40" idx="1"/>
          </p:cNvCxnSpPr>
          <p:nvPr/>
        </p:nvCxnSpPr>
        <p:spPr bwMode="auto">
          <a:xfrm>
            <a:off x="815661" y="4131940"/>
            <a:ext cx="23622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35">
            <a:extLst>
              <a:ext uri="{FF2B5EF4-FFF2-40B4-BE49-F238E27FC236}">
                <a16:creationId xmlns:a16="http://schemas.microsoft.com/office/drawing/2014/main" id="{E1626052-DBC2-390E-AB9E-F7E1E6FFAE9C}"/>
              </a:ext>
            </a:extLst>
          </p:cNvPr>
          <p:cNvCxnSpPr>
            <a:cxnSpLocks noChangeShapeType="1"/>
            <a:stCxn id="40" idx="3"/>
            <a:endCxn id="41" idx="1"/>
          </p:cNvCxnSpPr>
          <p:nvPr/>
        </p:nvCxnSpPr>
        <p:spPr bwMode="auto">
          <a:xfrm>
            <a:off x="3787461" y="4131940"/>
            <a:ext cx="23622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AutoShape 37">
            <a:extLst>
              <a:ext uri="{FF2B5EF4-FFF2-40B4-BE49-F238E27FC236}">
                <a16:creationId xmlns:a16="http://schemas.microsoft.com/office/drawing/2014/main" id="{ED8B7023-14A2-6FE7-0EE2-045C491A2D37}"/>
              </a:ext>
            </a:extLst>
          </p:cNvPr>
          <p:cNvCxnSpPr>
            <a:cxnSpLocks noChangeShapeType="1"/>
            <a:stCxn id="40" idx="2"/>
            <a:endCxn id="11" idx="0"/>
          </p:cNvCxnSpPr>
          <p:nvPr/>
        </p:nvCxnSpPr>
        <p:spPr bwMode="auto">
          <a:xfrm>
            <a:off x="3482661" y="443674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39">
            <a:extLst>
              <a:ext uri="{FF2B5EF4-FFF2-40B4-BE49-F238E27FC236}">
                <a16:creationId xmlns:a16="http://schemas.microsoft.com/office/drawing/2014/main" id="{A7640E94-94F0-BC46-4197-05CDCB532D7D}"/>
              </a:ext>
            </a:extLst>
          </p:cNvPr>
          <p:cNvCxnSpPr>
            <a:cxnSpLocks noChangeShapeType="1"/>
            <a:stCxn id="11" idx="3"/>
            <a:endCxn id="13" idx="1"/>
          </p:cNvCxnSpPr>
          <p:nvPr/>
        </p:nvCxnSpPr>
        <p:spPr bwMode="auto">
          <a:xfrm>
            <a:off x="37874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43">
            <a:extLst>
              <a:ext uri="{FF2B5EF4-FFF2-40B4-BE49-F238E27FC236}">
                <a16:creationId xmlns:a16="http://schemas.microsoft.com/office/drawing/2014/main" id="{87B1A321-7AC1-8D93-15A0-E5625AD90BD9}"/>
              </a:ext>
            </a:extLst>
          </p:cNvPr>
          <p:cNvCxnSpPr>
            <a:cxnSpLocks noChangeShapeType="1"/>
            <a:stCxn id="13" idx="3"/>
            <a:endCxn id="14" idx="1"/>
          </p:cNvCxnSpPr>
          <p:nvPr/>
        </p:nvCxnSpPr>
        <p:spPr bwMode="auto">
          <a:xfrm>
            <a:off x="47780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AutoShape 45">
            <a:extLst>
              <a:ext uri="{FF2B5EF4-FFF2-40B4-BE49-F238E27FC236}">
                <a16:creationId xmlns:a16="http://schemas.microsoft.com/office/drawing/2014/main" id="{1432ED1E-83AB-0E3F-C21D-1BDE199A7940}"/>
              </a:ext>
            </a:extLst>
          </p:cNvPr>
          <p:cNvCxnSpPr>
            <a:cxnSpLocks noChangeShapeType="1"/>
            <a:stCxn id="14" idx="3"/>
            <a:endCxn id="18" idx="1"/>
          </p:cNvCxnSpPr>
          <p:nvPr/>
        </p:nvCxnSpPr>
        <p:spPr bwMode="auto">
          <a:xfrm>
            <a:off x="57686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1E199B-5A32-8CC4-B2D9-6FF39F1F84E7}"/>
              </a:ext>
            </a:extLst>
          </p:cNvPr>
          <p:cNvSpPr txBox="1"/>
          <p:nvPr/>
        </p:nvSpPr>
        <p:spPr>
          <a:xfrm>
            <a:off x="2148789" y="2837909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searching in top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9039B-61A3-1710-BC76-0486FB4577FA}"/>
              </a:ext>
            </a:extLst>
          </p:cNvPr>
          <p:cNvSpPr txBox="1"/>
          <p:nvPr/>
        </p:nvSpPr>
        <p:spPr>
          <a:xfrm>
            <a:off x="6102165" y="2855682"/>
            <a:ext cx="1503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searching in bottom list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D8EFAAB-D29F-2399-6C9E-22641B4C1F94}"/>
              </a:ext>
            </a:extLst>
          </p:cNvPr>
          <p:cNvCxnSpPr>
            <a:cxnSpLocks/>
          </p:cNvCxnSpPr>
          <p:nvPr/>
        </p:nvCxnSpPr>
        <p:spPr>
          <a:xfrm flipV="1">
            <a:off x="3275856" y="2871692"/>
            <a:ext cx="846219" cy="31545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A52E29-A8F5-91C1-6CAB-5C59C1E3A3D1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5159061" y="2855682"/>
            <a:ext cx="943104" cy="32316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utoShape 61">
            <a:extLst>
              <a:ext uri="{FF2B5EF4-FFF2-40B4-BE49-F238E27FC236}">
                <a16:creationId xmlns:a16="http://schemas.microsoft.com/office/drawing/2014/main" id="{AA12D1A9-748D-ABD0-A860-E88343F2C474}"/>
              </a:ext>
            </a:extLst>
          </p:cNvPr>
          <p:cNvSpPr>
            <a:spLocks/>
          </p:cNvSpPr>
          <p:nvPr/>
        </p:nvSpPr>
        <p:spPr bwMode="auto">
          <a:xfrm>
            <a:off x="8207061" y="3789040"/>
            <a:ext cx="228600" cy="685800"/>
          </a:xfrm>
          <a:prstGeom prst="rightBrace">
            <a:avLst>
              <a:gd name="adj1" fmla="val 25000"/>
              <a:gd name="adj2" fmla="val 50000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B2244C4-4F25-35B6-1733-44D76338FB08}"/>
                  </a:ext>
                </a:extLst>
              </p:cNvPr>
              <p:cNvSpPr txBox="1"/>
              <p:nvPr/>
            </p:nvSpPr>
            <p:spPr>
              <a:xfrm>
                <a:off x="8445496" y="3931885"/>
                <a:ext cx="4924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B2244C4-4F25-35B6-1733-44D76338F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496" y="3931885"/>
                <a:ext cx="49244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utoShape 61">
            <a:extLst>
              <a:ext uri="{FF2B5EF4-FFF2-40B4-BE49-F238E27FC236}">
                <a16:creationId xmlns:a16="http://schemas.microsoft.com/office/drawing/2014/main" id="{0927E635-8E07-3305-AE9C-972AF4B859FB}"/>
              </a:ext>
            </a:extLst>
          </p:cNvPr>
          <p:cNvSpPr>
            <a:spLocks/>
          </p:cNvSpPr>
          <p:nvPr/>
        </p:nvSpPr>
        <p:spPr bwMode="auto">
          <a:xfrm rot="5400000">
            <a:off x="1444711" y="4473815"/>
            <a:ext cx="228600" cy="2424427"/>
          </a:xfrm>
          <a:prstGeom prst="rightBrace">
            <a:avLst>
              <a:gd name="adj1" fmla="val 166177"/>
              <a:gd name="adj2" fmla="val 50000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F14B5F-42E5-B3AA-0B56-6CBCD5DCFE24}"/>
                  </a:ext>
                </a:extLst>
              </p:cNvPr>
              <p:cNvSpPr txBox="1"/>
              <p:nvPr/>
            </p:nvSpPr>
            <p:spPr>
              <a:xfrm>
                <a:off x="1195523" y="5819457"/>
                <a:ext cx="78418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F14B5F-42E5-B3AA-0B56-6CBCD5DCF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523" y="5819457"/>
                <a:ext cx="784189" cy="400110"/>
              </a:xfrm>
              <a:prstGeom prst="rect">
                <a:avLst/>
              </a:prstGeom>
              <a:blipFill>
                <a:blip r:embed="rId4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B46B9D-E89C-A279-87FA-9A063004E0FD}"/>
                  </a:ext>
                </a:extLst>
              </p:cNvPr>
              <p:cNvSpPr txBox="1"/>
              <p:nvPr/>
            </p:nvSpPr>
            <p:spPr>
              <a:xfrm>
                <a:off x="4139952" y="5811446"/>
                <a:ext cx="78418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B46B9D-E89C-A279-87FA-9A063004E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5811446"/>
                <a:ext cx="784189" cy="40011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utoShape 61">
            <a:extLst>
              <a:ext uri="{FF2B5EF4-FFF2-40B4-BE49-F238E27FC236}">
                <a16:creationId xmlns:a16="http://schemas.microsoft.com/office/drawing/2014/main" id="{95CCF3A7-FF78-7360-2984-CE0FD0CB7169}"/>
              </a:ext>
            </a:extLst>
          </p:cNvPr>
          <p:cNvSpPr>
            <a:spLocks/>
          </p:cNvSpPr>
          <p:nvPr/>
        </p:nvSpPr>
        <p:spPr bwMode="auto">
          <a:xfrm rot="5400000">
            <a:off x="4373770" y="4492944"/>
            <a:ext cx="228600" cy="2424427"/>
          </a:xfrm>
          <a:prstGeom prst="rightBrace">
            <a:avLst>
              <a:gd name="adj1" fmla="val 166177"/>
              <a:gd name="adj2" fmla="val 50000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1CBC7A-4F9F-58EF-B58C-624F9C094562}"/>
                  </a:ext>
                </a:extLst>
              </p:cNvPr>
              <p:cNvSpPr txBox="1"/>
              <p:nvPr/>
            </p:nvSpPr>
            <p:spPr>
              <a:xfrm>
                <a:off x="7112128" y="5811446"/>
                <a:ext cx="78418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1CBC7A-4F9F-58EF-B58C-624F9C094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128" y="5811446"/>
                <a:ext cx="784189" cy="40011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61">
            <a:extLst>
              <a:ext uri="{FF2B5EF4-FFF2-40B4-BE49-F238E27FC236}">
                <a16:creationId xmlns:a16="http://schemas.microsoft.com/office/drawing/2014/main" id="{821695A6-1209-1F8D-1F4D-B114DF9DF88C}"/>
              </a:ext>
            </a:extLst>
          </p:cNvPr>
          <p:cNvSpPr>
            <a:spLocks/>
          </p:cNvSpPr>
          <p:nvPr/>
        </p:nvSpPr>
        <p:spPr bwMode="auto">
          <a:xfrm rot="5400000">
            <a:off x="7345946" y="4492944"/>
            <a:ext cx="228600" cy="2424427"/>
          </a:xfrm>
          <a:prstGeom prst="rightBrace">
            <a:avLst>
              <a:gd name="adj1" fmla="val 166177"/>
              <a:gd name="adj2" fmla="val 50000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00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Two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3A370-27BD-6F01-E3D4-C91157F6A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4744"/>
                <a:ext cx="8363272" cy="2448272"/>
              </a:xfrm>
            </p:spPr>
            <p:txBody>
              <a:bodyPr/>
              <a:lstStyle/>
              <a:p>
                <a:r>
                  <a:rPr lang="en-US" sz="2200" dirty="0"/>
                  <a:t>This cost is </a:t>
                </a:r>
                <a:r>
                  <a:rPr lang="en-US" sz="2200" dirty="0">
                    <a:solidFill>
                      <a:srgbClr val="FF0000"/>
                    </a:solidFill>
                  </a:rPr>
                  <a:t>minimized</a:t>
                </a:r>
                <a:r>
                  <a:rPr lang="en-US" sz="2200" dirty="0"/>
                  <a:t> when the two parts are </a:t>
                </a:r>
                <a:r>
                  <a:rPr lang="en-US" sz="2200" dirty="0">
                    <a:solidFill>
                      <a:srgbClr val="FF0000"/>
                    </a:solidFill>
                  </a:rPr>
                  <a:t>approx. equal</a:t>
                </a:r>
                <a:r>
                  <a:rPr lang="en-US" sz="2200" dirty="0"/>
                  <a:t>, i.e.,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200" b="1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r>
                  <a:rPr lang="en-US" sz="2200" b="1" dirty="0"/>
                  <a:t>. </a:t>
                </a:r>
              </a:p>
              <a:p>
                <a:r>
                  <a:rPr lang="en-US" sz="2200" dirty="0"/>
                  <a:t>Thus, the </a:t>
                </a:r>
                <a:r>
                  <a:rPr lang="en-US" sz="2200" dirty="0">
                    <a:solidFill>
                      <a:srgbClr val="FF0000"/>
                    </a:solidFill>
                  </a:rPr>
                  <a:t>SEARCH</a:t>
                </a:r>
                <a:r>
                  <a:rPr lang="en-US" sz="2200" dirty="0"/>
                  <a:t> cost becomes:</a:t>
                </a:r>
              </a:p>
              <a:p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sz="2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  <m:r>
                        <a:rPr lang="en-US" sz="2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2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rad>
                        </m:den>
                      </m:f>
                      <m:r>
                        <a:rPr lang="en-US" sz="2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2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2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</m:oMath>
                  </m:oMathPara>
                </a14:m>
                <a:endParaRPr lang="en-US" sz="22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3A370-27BD-6F01-E3D4-C91157F6A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4744"/>
                <a:ext cx="8363272" cy="2448272"/>
              </a:xfrm>
              <a:blipFill>
                <a:blip r:embed="rId2"/>
                <a:stretch>
                  <a:fillRect l="-146" t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4">
            <a:extLst>
              <a:ext uri="{FF2B5EF4-FFF2-40B4-BE49-F238E27FC236}">
                <a16:creationId xmlns:a16="http://schemas.microsoft.com/office/drawing/2014/main" id="{5D899C50-A38C-38CE-462A-7AB4DE1CA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14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4DF9D03-F9C2-53D9-FAB2-8A6544BC9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6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23</a:t>
            </a:r>
          </a:p>
        </p:txBody>
      </p:sp>
      <p:cxnSp>
        <p:nvCxnSpPr>
          <p:cNvPr id="8" name="AutoShape 6">
            <a:extLst>
              <a:ext uri="{FF2B5EF4-FFF2-40B4-BE49-F238E27FC236}">
                <a16:creationId xmlns:a16="http://schemas.microsoft.com/office/drawing/2014/main" id="{467089D9-E953-4155-D721-1BBEDD6A22EA}"/>
              </a:ext>
            </a:extLst>
          </p:cNvPr>
          <p:cNvCxnSpPr>
            <a:cxnSpLocks noChangeShapeType="1"/>
            <a:stCxn id="6" idx="3"/>
            <a:endCxn id="7" idx="1"/>
          </p:cNvCxnSpPr>
          <p:nvPr/>
        </p:nvCxnSpPr>
        <p:spPr bwMode="auto">
          <a:xfrm>
            <a:off x="8156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AutoShape 7">
            <a:extLst>
              <a:ext uri="{FF2B5EF4-FFF2-40B4-BE49-F238E27FC236}">
                <a16:creationId xmlns:a16="http://schemas.microsoft.com/office/drawing/2014/main" id="{ABE9C55D-EA89-7450-6FF7-4CD430320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2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34</a:t>
            </a:r>
          </a:p>
        </p:txBody>
      </p:sp>
      <p:cxnSp>
        <p:nvCxnSpPr>
          <p:cNvPr id="10" name="AutoShape 8">
            <a:extLst>
              <a:ext uri="{FF2B5EF4-FFF2-40B4-BE49-F238E27FC236}">
                <a16:creationId xmlns:a16="http://schemas.microsoft.com/office/drawing/2014/main" id="{5FDBBDBC-0861-EC5F-2DA3-557950A3939D}"/>
              </a:ext>
            </a:extLst>
          </p:cNvPr>
          <p:cNvCxnSpPr>
            <a:cxnSpLocks noChangeShapeType="1"/>
            <a:stCxn id="7" idx="3"/>
            <a:endCxn id="9" idx="1"/>
          </p:cNvCxnSpPr>
          <p:nvPr/>
        </p:nvCxnSpPr>
        <p:spPr bwMode="auto">
          <a:xfrm>
            <a:off x="18062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AutoShape 9">
            <a:extLst>
              <a:ext uri="{FF2B5EF4-FFF2-40B4-BE49-F238E27FC236}">
                <a16:creationId xmlns:a16="http://schemas.microsoft.com/office/drawing/2014/main" id="{7BAC2960-F3AD-F3E0-E542-081758AA8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78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42</a:t>
            </a:r>
          </a:p>
        </p:txBody>
      </p:sp>
      <p:cxnSp>
        <p:nvCxnSpPr>
          <p:cNvPr id="12" name="AutoShape 10">
            <a:extLst>
              <a:ext uri="{FF2B5EF4-FFF2-40B4-BE49-F238E27FC236}">
                <a16:creationId xmlns:a16="http://schemas.microsoft.com/office/drawing/2014/main" id="{28F1C729-F05B-EE4E-D700-5A3C4F88B114}"/>
              </a:ext>
            </a:extLst>
          </p:cNvPr>
          <p:cNvCxnSpPr>
            <a:cxnSpLocks noChangeShapeType="1"/>
            <a:stCxn id="9" idx="3"/>
            <a:endCxn id="11" idx="1"/>
          </p:cNvCxnSpPr>
          <p:nvPr/>
        </p:nvCxnSpPr>
        <p:spPr bwMode="auto">
          <a:xfrm>
            <a:off x="27968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11">
            <a:extLst>
              <a:ext uri="{FF2B5EF4-FFF2-40B4-BE49-F238E27FC236}">
                <a16:creationId xmlns:a16="http://schemas.microsoft.com/office/drawing/2014/main" id="{7D234FB7-6263-C824-E0DD-3807CB8D2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4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50</a:t>
            </a:r>
          </a:p>
        </p:txBody>
      </p:sp>
      <p:sp>
        <p:nvSpPr>
          <p:cNvPr id="14" name="AutoShape 12">
            <a:extLst>
              <a:ext uri="{FF2B5EF4-FFF2-40B4-BE49-F238E27FC236}">
                <a16:creationId xmlns:a16="http://schemas.microsoft.com/office/drawing/2014/main" id="{79601D77-DEAE-2774-746D-94A29DF12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0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59</a:t>
            </a:r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FDAABCAE-7D5C-0C9E-9E4C-D9878EDDD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6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66</a:t>
            </a:r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240AED61-D5B3-0134-BD68-C5A46F74C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02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72</a:t>
            </a:r>
          </a:p>
        </p:txBody>
      </p:sp>
      <p:cxnSp>
        <p:nvCxnSpPr>
          <p:cNvPr id="35" name="AutoShape 15">
            <a:extLst>
              <a:ext uri="{FF2B5EF4-FFF2-40B4-BE49-F238E27FC236}">
                <a16:creationId xmlns:a16="http://schemas.microsoft.com/office/drawing/2014/main" id="{F4091522-14EA-E752-0D00-D15D6D3B78E4}"/>
              </a:ext>
            </a:extLst>
          </p:cNvPr>
          <p:cNvCxnSpPr>
            <a:cxnSpLocks noChangeShapeType="1"/>
            <a:stCxn id="18" idx="3"/>
            <a:endCxn id="19" idx="1"/>
          </p:cNvCxnSpPr>
          <p:nvPr/>
        </p:nvCxnSpPr>
        <p:spPr bwMode="auto">
          <a:xfrm>
            <a:off x="67592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AutoShape 16">
            <a:extLst>
              <a:ext uri="{FF2B5EF4-FFF2-40B4-BE49-F238E27FC236}">
                <a16:creationId xmlns:a16="http://schemas.microsoft.com/office/drawing/2014/main" id="{46F87C94-EE20-93AB-A42E-916C76052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0861" y="48177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79</a:t>
            </a:r>
          </a:p>
        </p:txBody>
      </p:sp>
      <p:cxnSp>
        <p:nvCxnSpPr>
          <p:cNvPr id="37" name="AutoShape 17">
            <a:extLst>
              <a:ext uri="{FF2B5EF4-FFF2-40B4-BE49-F238E27FC236}">
                <a16:creationId xmlns:a16="http://schemas.microsoft.com/office/drawing/2014/main" id="{EB37D6DE-057A-2E38-AEE2-0F320F4679D9}"/>
              </a:ext>
            </a:extLst>
          </p:cNvPr>
          <p:cNvCxnSpPr>
            <a:cxnSpLocks noChangeShapeType="1"/>
            <a:stCxn id="19" idx="3"/>
            <a:endCxn id="36" idx="1"/>
          </p:cNvCxnSpPr>
          <p:nvPr/>
        </p:nvCxnSpPr>
        <p:spPr bwMode="auto">
          <a:xfrm>
            <a:off x="77498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AutoShape 18">
            <a:extLst>
              <a:ext uri="{FF2B5EF4-FFF2-40B4-BE49-F238E27FC236}">
                <a16:creationId xmlns:a16="http://schemas.microsoft.com/office/drawing/2014/main" id="{E02D690E-F818-6AD0-C857-7B06D0678C5E}"/>
              </a:ext>
            </a:extLst>
          </p:cNvPr>
          <p:cNvCxnSpPr>
            <a:cxnSpLocks noChangeShapeType="1"/>
            <a:stCxn id="36" idx="3"/>
          </p:cNvCxnSpPr>
          <p:nvPr/>
        </p:nvCxnSpPr>
        <p:spPr bwMode="auto">
          <a:xfrm>
            <a:off x="8740461" y="5122540"/>
            <a:ext cx="3810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AutoShape 19">
            <a:extLst>
              <a:ext uri="{FF2B5EF4-FFF2-40B4-BE49-F238E27FC236}">
                <a16:creationId xmlns:a16="http://schemas.microsoft.com/office/drawing/2014/main" id="{2B42B7BD-1A21-A0C0-36D0-BD1EE2209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61" y="38271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14</a:t>
            </a:r>
          </a:p>
        </p:txBody>
      </p:sp>
      <p:sp>
        <p:nvSpPr>
          <p:cNvPr id="40" name="AutoShape 21">
            <a:extLst>
              <a:ext uri="{FF2B5EF4-FFF2-40B4-BE49-F238E27FC236}">
                <a16:creationId xmlns:a16="http://schemas.microsoft.com/office/drawing/2014/main" id="{0812DB98-0729-5323-2FD7-F5260E910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7861" y="38271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42</a:t>
            </a:r>
          </a:p>
        </p:txBody>
      </p:sp>
      <p:sp>
        <p:nvSpPr>
          <p:cNvPr id="41" name="AutoShape 22">
            <a:extLst>
              <a:ext uri="{FF2B5EF4-FFF2-40B4-BE49-F238E27FC236}">
                <a16:creationId xmlns:a16="http://schemas.microsoft.com/office/drawing/2014/main" id="{B14B4972-3743-E763-3429-C0219AB7E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9661" y="382714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66</a:t>
            </a:r>
          </a:p>
        </p:txBody>
      </p:sp>
      <p:cxnSp>
        <p:nvCxnSpPr>
          <p:cNvPr id="42" name="AutoShape 23">
            <a:extLst>
              <a:ext uri="{FF2B5EF4-FFF2-40B4-BE49-F238E27FC236}">
                <a16:creationId xmlns:a16="http://schemas.microsoft.com/office/drawing/2014/main" id="{52AE5EDA-7A55-7E85-2C79-C0B0ED33DCFA}"/>
              </a:ext>
            </a:extLst>
          </p:cNvPr>
          <p:cNvCxnSpPr>
            <a:cxnSpLocks noChangeShapeType="1"/>
            <a:stCxn id="41" idx="3"/>
          </p:cNvCxnSpPr>
          <p:nvPr/>
        </p:nvCxnSpPr>
        <p:spPr bwMode="auto">
          <a:xfrm>
            <a:off x="6759261" y="4131940"/>
            <a:ext cx="13716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AutoShape 24">
            <a:extLst>
              <a:ext uri="{FF2B5EF4-FFF2-40B4-BE49-F238E27FC236}">
                <a16:creationId xmlns:a16="http://schemas.microsoft.com/office/drawing/2014/main" id="{9CD13FB0-0BEC-6B32-37C0-AF72B34736DE}"/>
              </a:ext>
            </a:extLst>
          </p:cNvPr>
          <p:cNvCxnSpPr>
            <a:cxnSpLocks noChangeShapeType="1"/>
            <a:stCxn id="39" idx="2"/>
            <a:endCxn id="6" idx="0"/>
          </p:cNvCxnSpPr>
          <p:nvPr/>
        </p:nvCxnSpPr>
        <p:spPr bwMode="auto">
          <a:xfrm>
            <a:off x="510861" y="443674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AutoShape 26">
            <a:extLst>
              <a:ext uri="{FF2B5EF4-FFF2-40B4-BE49-F238E27FC236}">
                <a16:creationId xmlns:a16="http://schemas.microsoft.com/office/drawing/2014/main" id="{CB4F9BC9-F865-BAD9-F768-818065B34B36}"/>
              </a:ext>
            </a:extLst>
          </p:cNvPr>
          <p:cNvCxnSpPr>
            <a:cxnSpLocks noChangeShapeType="1"/>
            <a:stCxn id="41" idx="2"/>
            <a:endCxn id="18" idx="0"/>
          </p:cNvCxnSpPr>
          <p:nvPr/>
        </p:nvCxnSpPr>
        <p:spPr bwMode="auto">
          <a:xfrm>
            <a:off x="6454461" y="443674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AutoShape 31">
            <a:extLst>
              <a:ext uri="{FF2B5EF4-FFF2-40B4-BE49-F238E27FC236}">
                <a16:creationId xmlns:a16="http://schemas.microsoft.com/office/drawing/2014/main" id="{3E117051-A530-9F24-E594-CF2A07A5E16A}"/>
              </a:ext>
            </a:extLst>
          </p:cNvPr>
          <p:cNvCxnSpPr>
            <a:cxnSpLocks noChangeShapeType="1"/>
            <a:stCxn id="39" idx="3"/>
            <a:endCxn id="40" idx="1"/>
          </p:cNvCxnSpPr>
          <p:nvPr/>
        </p:nvCxnSpPr>
        <p:spPr bwMode="auto">
          <a:xfrm>
            <a:off x="815661" y="4131940"/>
            <a:ext cx="23622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35">
            <a:extLst>
              <a:ext uri="{FF2B5EF4-FFF2-40B4-BE49-F238E27FC236}">
                <a16:creationId xmlns:a16="http://schemas.microsoft.com/office/drawing/2014/main" id="{E1626052-DBC2-390E-AB9E-F7E1E6FFAE9C}"/>
              </a:ext>
            </a:extLst>
          </p:cNvPr>
          <p:cNvCxnSpPr>
            <a:cxnSpLocks noChangeShapeType="1"/>
            <a:stCxn id="40" idx="3"/>
            <a:endCxn id="41" idx="1"/>
          </p:cNvCxnSpPr>
          <p:nvPr/>
        </p:nvCxnSpPr>
        <p:spPr bwMode="auto">
          <a:xfrm>
            <a:off x="3787461" y="4131940"/>
            <a:ext cx="23622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AutoShape 37">
            <a:extLst>
              <a:ext uri="{FF2B5EF4-FFF2-40B4-BE49-F238E27FC236}">
                <a16:creationId xmlns:a16="http://schemas.microsoft.com/office/drawing/2014/main" id="{ED8B7023-14A2-6FE7-0EE2-045C491A2D37}"/>
              </a:ext>
            </a:extLst>
          </p:cNvPr>
          <p:cNvCxnSpPr>
            <a:cxnSpLocks noChangeShapeType="1"/>
            <a:stCxn id="40" idx="2"/>
            <a:endCxn id="11" idx="0"/>
          </p:cNvCxnSpPr>
          <p:nvPr/>
        </p:nvCxnSpPr>
        <p:spPr bwMode="auto">
          <a:xfrm>
            <a:off x="3482661" y="443674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39">
            <a:extLst>
              <a:ext uri="{FF2B5EF4-FFF2-40B4-BE49-F238E27FC236}">
                <a16:creationId xmlns:a16="http://schemas.microsoft.com/office/drawing/2014/main" id="{A7640E94-94F0-BC46-4197-05CDCB532D7D}"/>
              </a:ext>
            </a:extLst>
          </p:cNvPr>
          <p:cNvCxnSpPr>
            <a:cxnSpLocks noChangeShapeType="1"/>
            <a:stCxn id="11" idx="3"/>
            <a:endCxn id="13" idx="1"/>
          </p:cNvCxnSpPr>
          <p:nvPr/>
        </p:nvCxnSpPr>
        <p:spPr bwMode="auto">
          <a:xfrm>
            <a:off x="37874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43">
            <a:extLst>
              <a:ext uri="{FF2B5EF4-FFF2-40B4-BE49-F238E27FC236}">
                <a16:creationId xmlns:a16="http://schemas.microsoft.com/office/drawing/2014/main" id="{87B1A321-7AC1-8D93-15A0-E5625AD90BD9}"/>
              </a:ext>
            </a:extLst>
          </p:cNvPr>
          <p:cNvCxnSpPr>
            <a:cxnSpLocks noChangeShapeType="1"/>
            <a:stCxn id="13" idx="3"/>
            <a:endCxn id="14" idx="1"/>
          </p:cNvCxnSpPr>
          <p:nvPr/>
        </p:nvCxnSpPr>
        <p:spPr bwMode="auto">
          <a:xfrm>
            <a:off x="47780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AutoShape 45">
            <a:extLst>
              <a:ext uri="{FF2B5EF4-FFF2-40B4-BE49-F238E27FC236}">
                <a16:creationId xmlns:a16="http://schemas.microsoft.com/office/drawing/2014/main" id="{1432ED1E-83AB-0E3F-C21D-1BDE199A7940}"/>
              </a:ext>
            </a:extLst>
          </p:cNvPr>
          <p:cNvCxnSpPr>
            <a:cxnSpLocks noChangeShapeType="1"/>
            <a:stCxn id="14" idx="3"/>
            <a:endCxn id="18" idx="1"/>
          </p:cNvCxnSpPr>
          <p:nvPr/>
        </p:nvCxnSpPr>
        <p:spPr bwMode="auto">
          <a:xfrm>
            <a:off x="5768661" y="512254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AutoShape 61">
            <a:extLst>
              <a:ext uri="{FF2B5EF4-FFF2-40B4-BE49-F238E27FC236}">
                <a16:creationId xmlns:a16="http://schemas.microsoft.com/office/drawing/2014/main" id="{AA12D1A9-748D-ABD0-A860-E88343F2C474}"/>
              </a:ext>
            </a:extLst>
          </p:cNvPr>
          <p:cNvSpPr>
            <a:spLocks/>
          </p:cNvSpPr>
          <p:nvPr/>
        </p:nvSpPr>
        <p:spPr bwMode="auto">
          <a:xfrm>
            <a:off x="8207061" y="3789040"/>
            <a:ext cx="228600" cy="685800"/>
          </a:xfrm>
          <a:prstGeom prst="rightBrace">
            <a:avLst>
              <a:gd name="adj1" fmla="val 25000"/>
              <a:gd name="adj2" fmla="val 50000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B2244C4-4F25-35B6-1733-44D76338FB08}"/>
                  </a:ext>
                </a:extLst>
              </p:cNvPr>
              <p:cNvSpPr txBox="1"/>
              <p:nvPr/>
            </p:nvSpPr>
            <p:spPr>
              <a:xfrm>
                <a:off x="8445496" y="3931885"/>
                <a:ext cx="590354" cy="405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B2244C4-4F25-35B6-1733-44D76338F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496" y="3931885"/>
                <a:ext cx="590354" cy="4058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utoShape 61">
            <a:extLst>
              <a:ext uri="{FF2B5EF4-FFF2-40B4-BE49-F238E27FC236}">
                <a16:creationId xmlns:a16="http://schemas.microsoft.com/office/drawing/2014/main" id="{0927E635-8E07-3305-AE9C-972AF4B859FB}"/>
              </a:ext>
            </a:extLst>
          </p:cNvPr>
          <p:cNvSpPr>
            <a:spLocks/>
          </p:cNvSpPr>
          <p:nvPr/>
        </p:nvSpPr>
        <p:spPr bwMode="auto">
          <a:xfrm rot="5400000">
            <a:off x="1444711" y="4473815"/>
            <a:ext cx="228600" cy="2424427"/>
          </a:xfrm>
          <a:prstGeom prst="rightBrace">
            <a:avLst>
              <a:gd name="adj1" fmla="val 166177"/>
              <a:gd name="adj2" fmla="val 50000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F14B5F-42E5-B3AA-0B56-6CBCD5DCFE24}"/>
                  </a:ext>
                </a:extLst>
              </p:cNvPr>
              <p:cNvSpPr txBox="1"/>
              <p:nvPr/>
            </p:nvSpPr>
            <p:spPr>
              <a:xfrm>
                <a:off x="1195523" y="5819457"/>
                <a:ext cx="590353" cy="405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F14B5F-42E5-B3AA-0B56-6CBCD5DCF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523" y="5819457"/>
                <a:ext cx="590353" cy="4058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B46B9D-E89C-A279-87FA-9A063004E0FD}"/>
                  </a:ext>
                </a:extLst>
              </p:cNvPr>
              <p:cNvSpPr txBox="1"/>
              <p:nvPr/>
            </p:nvSpPr>
            <p:spPr>
              <a:xfrm>
                <a:off x="4139952" y="5811446"/>
                <a:ext cx="590353" cy="405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B46B9D-E89C-A279-87FA-9A063004E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5811446"/>
                <a:ext cx="590353" cy="4058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utoShape 61">
            <a:extLst>
              <a:ext uri="{FF2B5EF4-FFF2-40B4-BE49-F238E27FC236}">
                <a16:creationId xmlns:a16="http://schemas.microsoft.com/office/drawing/2014/main" id="{95CCF3A7-FF78-7360-2984-CE0FD0CB7169}"/>
              </a:ext>
            </a:extLst>
          </p:cNvPr>
          <p:cNvSpPr>
            <a:spLocks/>
          </p:cNvSpPr>
          <p:nvPr/>
        </p:nvSpPr>
        <p:spPr bwMode="auto">
          <a:xfrm rot="5400000">
            <a:off x="4373770" y="4492944"/>
            <a:ext cx="228600" cy="2424427"/>
          </a:xfrm>
          <a:prstGeom prst="rightBrace">
            <a:avLst>
              <a:gd name="adj1" fmla="val 166177"/>
              <a:gd name="adj2" fmla="val 50000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1CBC7A-4F9F-58EF-B58C-624F9C094562}"/>
                  </a:ext>
                </a:extLst>
              </p:cNvPr>
              <p:cNvSpPr txBox="1"/>
              <p:nvPr/>
            </p:nvSpPr>
            <p:spPr>
              <a:xfrm>
                <a:off x="7112128" y="5811446"/>
                <a:ext cx="590353" cy="405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1CBC7A-4F9F-58EF-B58C-624F9C094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128" y="5811446"/>
                <a:ext cx="590353" cy="4058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61">
            <a:extLst>
              <a:ext uri="{FF2B5EF4-FFF2-40B4-BE49-F238E27FC236}">
                <a16:creationId xmlns:a16="http://schemas.microsoft.com/office/drawing/2014/main" id="{821695A6-1209-1F8D-1F4D-B114DF9DF88C}"/>
              </a:ext>
            </a:extLst>
          </p:cNvPr>
          <p:cNvSpPr>
            <a:spLocks/>
          </p:cNvSpPr>
          <p:nvPr/>
        </p:nvSpPr>
        <p:spPr bwMode="auto">
          <a:xfrm rot="5400000">
            <a:off x="7345946" y="4492944"/>
            <a:ext cx="228600" cy="2424427"/>
          </a:xfrm>
          <a:prstGeom prst="rightBrace">
            <a:avLst>
              <a:gd name="adj1" fmla="val 166177"/>
              <a:gd name="adj2" fmla="val 50000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96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Skip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3A370-27BD-6F01-E3D4-C91157F6A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4744"/>
                <a:ext cx="8507288" cy="2448272"/>
              </a:xfrm>
            </p:spPr>
            <p:txBody>
              <a:bodyPr/>
              <a:lstStyle/>
              <a:p>
                <a:r>
                  <a:rPr lang="en-US" sz="2200" dirty="0"/>
                  <a:t>In general, the </a:t>
                </a:r>
                <a:r>
                  <a:rPr lang="en-US" sz="2200" dirty="0">
                    <a:solidFill>
                      <a:srgbClr val="FF0000"/>
                    </a:solidFill>
                  </a:rPr>
                  <a:t>SEARCH</a:t>
                </a:r>
                <a:r>
                  <a:rPr lang="en-US" sz="2200" dirty="0"/>
                  <a:t> cost is:</a:t>
                </a:r>
              </a:p>
              <a:p>
                <a:pPr lvl="1"/>
                <a:r>
                  <a:rPr lang="en-US" sz="2200" dirty="0">
                    <a:solidFill>
                      <a:srgbClr val="0000FF"/>
                    </a:solidFill>
                  </a:rPr>
                  <a:t>2</a:t>
                </a:r>
                <a:r>
                  <a:rPr lang="en-US" sz="2200" dirty="0"/>
                  <a:t> sorted lists: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2⋅</m:t>
                    </m:r>
                    <m:rad>
                      <m:radPr>
                        <m:degHide m:val="on"/>
                        <m:ctrlPr>
                          <a:rPr lang="en-US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sz="2200" dirty="0"/>
              </a:p>
              <a:p>
                <a:pPr lvl="1"/>
                <a:r>
                  <a:rPr lang="en-US" sz="2200" dirty="0">
                    <a:solidFill>
                      <a:srgbClr val="0000FF"/>
                    </a:solidFill>
                  </a:rPr>
                  <a:t>3</a:t>
                </a:r>
                <a:r>
                  <a:rPr lang="en-US" sz="2200" dirty="0"/>
                  <a:t> sorted lists: 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ctrlPr>
                          <a:rPr lang="en-US" sz="22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2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sz="2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 sorted lists: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ctrlPr>
                          <a:rPr lang="en-US" sz="22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22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g>
                      <m:e>
                        <m:r>
                          <a:rPr lang="en-US" sz="22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sz="2200" dirty="0"/>
              </a:p>
              <a:p>
                <a:r>
                  <a:rPr lang="en-US" sz="2200" dirty="0">
                    <a:solidFill>
                      <a:srgbClr val="FF0000"/>
                    </a:solidFill>
                  </a:rPr>
                  <a:t>Skip lists </a:t>
                </a:r>
                <a:r>
                  <a:rPr lang="en-US" sz="2200" dirty="0"/>
                  <a:t>maintain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200" dirty="0">
                    <a:solidFill>
                      <a:srgbClr val="0000FF"/>
                    </a:solidFill>
                  </a:rPr>
                  <a:t> </a:t>
                </a:r>
                <a:r>
                  <a:rPr lang="en-US" sz="2200" dirty="0"/>
                  <a:t>sorted lists with a cost: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sz="22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sz="22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ctrlPr>
                          <a:rPr lang="en-US" sz="22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func>
                          <m:funcPr>
                            <m:ctrlPr>
                              <a:rPr lang="en-US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deg>
                      <m:e>
                        <m:r>
                          <a:rPr lang="en-US" sz="22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sz="22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22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lg</m:t>
                    </m:r>
                    <m:r>
                      <a:rPr lang="en-US" sz="22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20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3A370-27BD-6F01-E3D4-C91157F6A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4744"/>
                <a:ext cx="8507288" cy="2448272"/>
              </a:xfrm>
              <a:blipFill>
                <a:blip r:embed="rId2"/>
                <a:stretch>
                  <a:fillRect l="-143" t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0DD38B20-733B-14FF-5A58-C224C8F7233D}"/>
              </a:ext>
            </a:extLst>
          </p:cNvPr>
          <p:cNvGrpSpPr/>
          <p:nvPr/>
        </p:nvGrpSpPr>
        <p:grpSpPr>
          <a:xfrm>
            <a:off x="1259632" y="3645024"/>
            <a:ext cx="6219800" cy="2370584"/>
            <a:chOff x="152400" y="2362200"/>
            <a:chExt cx="8915400" cy="3581400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C28FF6BA-9DAD-FA66-2192-6253FF27C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A1630324-F3C5-64B4-E245-1EF7EC058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23</a:t>
              </a:r>
            </a:p>
          </p:txBody>
        </p:sp>
        <p:cxnSp>
          <p:nvCxnSpPr>
            <p:cNvPr id="15" name="AutoShape 6">
              <a:extLst>
                <a:ext uri="{FF2B5EF4-FFF2-40B4-BE49-F238E27FC236}">
                  <a16:creationId xmlns:a16="http://schemas.microsoft.com/office/drawing/2014/main" id="{DB9DD16F-E9AE-E86E-6397-91BCBECB1B6F}"/>
                </a:ext>
              </a:extLst>
            </p:cNvPr>
            <p:cNvCxnSpPr>
              <a:cxnSpLocks noChangeShapeType="1"/>
              <a:stCxn id="4" idx="3"/>
              <a:endCxn id="5" idx="1"/>
            </p:cNvCxnSpPr>
            <p:nvPr/>
          </p:nvCxnSpPr>
          <p:spPr bwMode="auto">
            <a:xfrm>
              <a:off x="762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id="{3906E530-BAA0-A3DE-6A1F-43F9220A0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17" name="AutoShape 8">
              <a:extLst>
                <a:ext uri="{FF2B5EF4-FFF2-40B4-BE49-F238E27FC236}">
                  <a16:creationId xmlns:a16="http://schemas.microsoft.com/office/drawing/2014/main" id="{964CBFDA-AE6F-2529-95B2-DF16A7021E73}"/>
                </a:ext>
              </a:extLst>
            </p:cNvPr>
            <p:cNvCxnSpPr>
              <a:cxnSpLocks noChangeShapeType="1"/>
              <a:stCxn id="5" idx="3"/>
              <a:endCxn id="16" idx="1"/>
            </p:cNvCxnSpPr>
            <p:nvPr/>
          </p:nvCxnSpPr>
          <p:spPr bwMode="auto">
            <a:xfrm>
              <a:off x="1752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AutoShape 9">
              <a:extLst>
                <a:ext uri="{FF2B5EF4-FFF2-40B4-BE49-F238E27FC236}">
                  <a16:creationId xmlns:a16="http://schemas.microsoft.com/office/drawing/2014/main" id="{A6F677B7-5A21-02E0-F05C-EF02C42EB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42</a:t>
              </a:r>
            </a:p>
          </p:txBody>
        </p:sp>
        <p:cxnSp>
          <p:nvCxnSpPr>
            <p:cNvPr id="21" name="AutoShape 10">
              <a:extLst>
                <a:ext uri="{FF2B5EF4-FFF2-40B4-BE49-F238E27FC236}">
                  <a16:creationId xmlns:a16="http://schemas.microsoft.com/office/drawing/2014/main" id="{A7F20E0C-B270-7655-E894-DC818F0FC755}"/>
                </a:ext>
              </a:extLst>
            </p:cNvPr>
            <p:cNvCxnSpPr>
              <a:cxnSpLocks noChangeShapeType="1"/>
              <a:stCxn id="16" idx="3"/>
              <a:endCxn id="20" idx="1"/>
            </p:cNvCxnSpPr>
            <p:nvPr/>
          </p:nvCxnSpPr>
          <p:spPr bwMode="auto">
            <a:xfrm>
              <a:off x="2743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B6BC73F4-CCC1-4CC1-075E-F787843E0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sp>
          <p:nvSpPr>
            <p:cNvPr id="31" name="AutoShape 12">
              <a:extLst>
                <a:ext uri="{FF2B5EF4-FFF2-40B4-BE49-F238E27FC236}">
                  <a16:creationId xmlns:a16="http://schemas.microsoft.com/office/drawing/2014/main" id="{4944AA23-0FB7-E0D9-3009-3D8EA07D7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59</a:t>
              </a:r>
            </a:p>
          </p:txBody>
        </p:sp>
        <p:sp>
          <p:nvSpPr>
            <p:cNvPr id="32" name="AutoShape 13">
              <a:extLst>
                <a:ext uri="{FF2B5EF4-FFF2-40B4-BE49-F238E27FC236}">
                  <a16:creationId xmlns:a16="http://schemas.microsoft.com/office/drawing/2014/main" id="{52260C36-08F6-E289-1A57-957DD4718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66</a:t>
              </a:r>
            </a:p>
          </p:txBody>
        </p:sp>
        <p:sp>
          <p:nvSpPr>
            <p:cNvPr id="33" name="AutoShape 14">
              <a:extLst>
                <a:ext uri="{FF2B5EF4-FFF2-40B4-BE49-F238E27FC236}">
                  <a16:creationId xmlns:a16="http://schemas.microsoft.com/office/drawing/2014/main" id="{270967E8-6E0D-0482-4E3C-0302348E9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72</a:t>
              </a:r>
            </a:p>
          </p:txBody>
        </p:sp>
        <p:cxnSp>
          <p:nvCxnSpPr>
            <p:cNvPr id="34" name="AutoShape 15">
              <a:extLst>
                <a:ext uri="{FF2B5EF4-FFF2-40B4-BE49-F238E27FC236}">
                  <a16:creationId xmlns:a16="http://schemas.microsoft.com/office/drawing/2014/main" id="{E0A99421-8663-BD8D-182C-F7A0A7A5BD61}"/>
                </a:ext>
              </a:extLst>
            </p:cNvPr>
            <p:cNvCxnSpPr>
              <a:cxnSpLocks noChangeShapeType="1"/>
              <a:stCxn id="32" idx="3"/>
              <a:endCxn id="33" idx="1"/>
            </p:cNvCxnSpPr>
            <p:nvPr/>
          </p:nvCxnSpPr>
          <p:spPr bwMode="auto">
            <a:xfrm>
              <a:off x="6705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" name="AutoShape 16">
              <a:extLst>
                <a:ext uri="{FF2B5EF4-FFF2-40B4-BE49-F238E27FC236}">
                  <a16:creationId xmlns:a16="http://schemas.microsoft.com/office/drawing/2014/main" id="{8860A565-2683-17E9-7023-A969EE1E7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52" name="AutoShape 17">
              <a:extLst>
                <a:ext uri="{FF2B5EF4-FFF2-40B4-BE49-F238E27FC236}">
                  <a16:creationId xmlns:a16="http://schemas.microsoft.com/office/drawing/2014/main" id="{790514D1-6F43-A8B2-CAC1-4AAB09B53DDC}"/>
                </a:ext>
              </a:extLst>
            </p:cNvPr>
            <p:cNvCxnSpPr>
              <a:cxnSpLocks noChangeShapeType="1"/>
              <a:stCxn id="33" idx="3"/>
              <a:endCxn id="51" idx="1"/>
            </p:cNvCxnSpPr>
            <p:nvPr/>
          </p:nvCxnSpPr>
          <p:spPr bwMode="auto">
            <a:xfrm>
              <a:off x="7696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AutoShape 18">
              <a:extLst>
                <a:ext uri="{FF2B5EF4-FFF2-40B4-BE49-F238E27FC236}">
                  <a16:creationId xmlns:a16="http://schemas.microsoft.com/office/drawing/2014/main" id="{FAD8F871-B43C-D682-5BBF-338E4456E2A4}"/>
                </a:ext>
              </a:extLst>
            </p:cNvPr>
            <p:cNvCxnSpPr>
              <a:cxnSpLocks noChangeShapeType="1"/>
              <a:stCxn id="51" idx="3"/>
            </p:cNvCxnSpPr>
            <p:nvPr/>
          </p:nvCxnSpPr>
          <p:spPr bwMode="auto">
            <a:xfrm>
              <a:off x="8686800" y="56388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4" name="AutoShape 19">
              <a:extLst>
                <a:ext uri="{FF2B5EF4-FFF2-40B4-BE49-F238E27FC236}">
                  <a16:creationId xmlns:a16="http://schemas.microsoft.com/office/drawing/2014/main" id="{01B40B1F-CBC5-44C0-6F25-C66FD3553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55" name="AutoShape 20">
              <a:extLst>
                <a:ext uri="{FF2B5EF4-FFF2-40B4-BE49-F238E27FC236}">
                  <a16:creationId xmlns:a16="http://schemas.microsoft.com/office/drawing/2014/main" id="{8B8D4FD8-7A7D-ECB0-A7F4-398D8E8E1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sp>
          <p:nvSpPr>
            <p:cNvPr id="56" name="AutoShape 21">
              <a:extLst>
                <a:ext uri="{FF2B5EF4-FFF2-40B4-BE49-F238E27FC236}">
                  <a16:creationId xmlns:a16="http://schemas.microsoft.com/office/drawing/2014/main" id="{284C0AB9-1E39-8474-C1B9-AAFCA18C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66</a:t>
              </a:r>
            </a:p>
          </p:txBody>
        </p:sp>
        <p:cxnSp>
          <p:nvCxnSpPr>
            <p:cNvPr id="57" name="AutoShape 22">
              <a:extLst>
                <a:ext uri="{FF2B5EF4-FFF2-40B4-BE49-F238E27FC236}">
                  <a16:creationId xmlns:a16="http://schemas.microsoft.com/office/drawing/2014/main" id="{AE541858-59A9-2F0D-D523-3D5EF4BAB21D}"/>
                </a:ext>
              </a:extLst>
            </p:cNvPr>
            <p:cNvCxnSpPr>
              <a:cxnSpLocks noChangeShapeType="1"/>
              <a:stCxn id="56" idx="3"/>
              <a:endCxn id="69" idx="1"/>
            </p:cNvCxnSpPr>
            <p:nvPr/>
          </p:nvCxnSpPr>
          <p:spPr bwMode="auto">
            <a:xfrm>
              <a:off x="67056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AutoShape 23">
              <a:extLst>
                <a:ext uri="{FF2B5EF4-FFF2-40B4-BE49-F238E27FC236}">
                  <a16:creationId xmlns:a16="http://schemas.microsoft.com/office/drawing/2014/main" id="{82E97256-F52A-7184-42D3-1909993C9AEC}"/>
                </a:ext>
              </a:extLst>
            </p:cNvPr>
            <p:cNvCxnSpPr>
              <a:cxnSpLocks noChangeShapeType="1"/>
              <a:stCxn id="54" idx="2"/>
              <a:endCxn id="4" idx="0"/>
            </p:cNvCxnSpPr>
            <p:nvPr/>
          </p:nvCxnSpPr>
          <p:spPr bwMode="auto">
            <a:xfrm>
              <a:off x="4572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AutoShape 24">
              <a:extLst>
                <a:ext uri="{FF2B5EF4-FFF2-40B4-BE49-F238E27FC236}">
                  <a16:creationId xmlns:a16="http://schemas.microsoft.com/office/drawing/2014/main" id="{B6AB9559-38DC-0F4D-E1D2-AD3C85AB9A71}"/>
                </a:ext>
              </a:extLst>
            </p:cNvPr>
            <p:cNvCxnSpPr>
              <a:cxnSpLocks noChangeShapeType="1"/>
              <a:stCxn id="56" idx="2"/>
              <a:endCxn id="32" idx="0"/>
            </p:cNvCxnSpPr>
            <p:nvPr/>
          </p:nvCxnSpPr>
          <p:spPr bwMode="auto">
            <a:xfrm>
              <a:off x="64008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AutoShape 25">
              <a:extLst>
                <a:ext uri="{FF2B5EF4-FFF2-40B4-BE49-F238E27FC236}">
                  <a16:creationId xmlns:a16="http://schemas.microsoft.com/office/drawing/2014/main" id="{19D979FB-B0F5-EE0C-7609-10D352469978}"/>
                </a:ext>
              </a:extLst>
            </p:cNvPr>
            <p:cNvCxnSpPr>
              <a:cxnSpLocks noChangeShapeType="1"/>
              <a:stCxn id="54" idx="3"/>
              <a:endCxn id="55" idx="1"/>
            </p:cNvCxnSpPr>
            <p:nvPr/>
          </p:nvCxnSpPr>
          <p:spPr bwMode="auto">
            <a:xfrm>
              <a:off x="7620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" name="AutoShape 26">
              <a:extLst>
                <a:ext uri="{FF2B5EF4-FFF2-40B4-BE49-F238E27FC236}">
                  <a16:creationId xmlns:a16="http://schemas.microsoft.com/office/drawing/2014/main" id="{33B675A9-1A68-3C81-5CD8-C7525541BC6C}"/>
                </a:ext>
              </a:extLst>
            </p:cNvPr>
            <p:cNvCxnSpPr>
              <a:cxnSpLocks noChangeShapeType="1"/>
              <a:stCxn id="55" idx="3"/>
              <a:endCxn id="66" idx="1"/>
            </p:cNvCxnSpPr>
            <p:nvPr/>
          </p:nvCxnSpPr>
          <p:spPr bwMode="auto">
            <a:xfrm>
              <a:off x="27432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AutoShape 27">
              <a:extLst>
                <a:ext uri="{FF2B5EF4-FFF2-40B4-BE49-F238E27FC236}">
                  <a16:creationId xmlns:a16="http://schemas.microsoft.com/office/drawing/2014/main" id="{AF4F3F49-5060-71BC-03EB-05D937D862D9}"/>
                </a:ext>
              </a:extLst>
            </p:cNvPr>
            <p:cNvCxnSpPr>
              <a:cxnSpLocks noChangeShapeType="1"/>
              <a:stCxn id="55" idx="2"/>
              <a:endCxn id="16" idx="0"/>
            </p:cNvCxnSpPr>
            <p:nvPr/>
          </p:nvCxnSpPr>
          <p:spPr bwMode="auto">
            <a:xfrm>
              <a:off x="24384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AutoShape 28">
              <a:extLst>
                <a:ext uri="{FF2B5EF4-FFF2-40B4-BE49-F238E27FC236}">
                  <a16:creationId xmlns:a16="http://schemas.microsoft.com/office/drawing/2014/main" id="{C301C38E-C141-F3FC-5C23-34362C8193C1}"/>
                </a:ext>
              </a:extLst>
            </p:cNvPr>
            <p:cNvCxnSpPr>
              <a:cxnSpLocks noChangeShapeType="1"/>
              <a:stCxn id="20" idx="3"/>
              <a:endCxn id="26" idx="1"/>
            </p:cNvCxnSpPr>
            <p:nvPr/>
          </p:nvCxnSpPr>
          <p:spPr bwMode="auto">
            <a:xfrm>
              <a:off x="37338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AutoShape 29">
              <a:extLst>
                <a:ext uri="{FF2B5EF4-FFF2-40B4-BE49-F238E27FC236}">
                  <a16:creationId xmlns:a16="http://schemas.microsoft.com/office/drawing/2014/main" id="{DDC73EE0-ED44-C1A1-37F8-88E520B87C27}"/>
                </a:ext>
              </a:extLst>
            </p:cNvPr>
            <p:cNvCxnSpPr>
              <a:cxnSpLocks noChangeShapeType="1"/>
              <a:stCxn id="26" idx="3"/>
              <a:endCxn id="31" idx="1"/>
            </p:cNvCxnSpPr>
            <p:nvPr/>
          </p:nvCxnSpPr>
          <p:spPr bwMode="auto">
            <a:xfrm>
              <a:off x="47244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AutoShape 30">
              <a:extLst>
                <a:ext uri="{FF2B5EF4-FFF2-40B4-BE49-F238E27FC236}">
                  <a16:creationId xmlns:a16="http://schemas.microsoft.com/office/drawing/2014/main" id="{50C8CB1C-4964-0F95-AF73-871F517F351E}"/>
                </a:ext>
              </a:extLst>
            </p:cNvPr>
            <p:cNvCxnSpPr>
              <a:cxnSpLocks noChangeShapeType="1"/>
              <a:stCxn id="31" idx="3"/>
              <a:endCxn id="32" idx="1"/>
            </p:cNvCxnSpPr>
            <p:nvPr/>
          </p:nvCxnSpPr>
          <p:spPr bwMode="auto">
            <a:xfrm>
              <a:off x="5715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6" name="AutoShape 46">
              <a:extLst>
                <a:ext uri="{FF2B5EF4-FFF2-40B4-BE49-F238E27FC236}">
                  <a16:creationId xmlns:a16="http://schemas.microsoft.com/office/drawing/2014/main" id="{94A60583-51CA-396D-772E-836253748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67" name="AutoShape 47">
              <a:extLst>
                <a:ext uri="{FF2B5EF4-FFF2-40B4-BE49-F238E27FC236}">
                  <a16:creationId xmlns:a16="http://schemas.microsoft.com/office/drawing/2014/main" id="{F568BF41-CF7C-F3D5-153E-E76C5BFF9674}"/>
                </a:ext>
              </a:extLst>
            </p:cNvPr>
            <p:cNvCxnSpPr>
              <a:cxnSpLocks noChangeShapeType="1"/>
              <a:stCxn id="66" idx="3"/>
              <a:endCxn id="56" idx="1"/>
            </p:cNvCxnSpPr>
            <p:nvPr/>
          </p:nvCxnSpPr>
          <p:spPr bwMode="auto">
            <a:xfrm>
              <a:off x="47244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AutoShape 48">
              <a:extLst>
                <a:ext uri="{FF2B5EF4-FFF2-40B4-BE49-F238E27FC236}">
                  <a16:creationId xmlns:a16="http://schemas.microsoft.com/office/drawing/2014/main" id="{D044EDE6-EA49-7900-EF5D-EBD1FF53BD37}"/>
                </a:ext>
              </a:extLst>
            </p:cNvPr>
            <p:cNvCxnSpPr>
              <a:cxnSpLocks noChangeShapeType="1"/>
              <a:stCxn id="66" idx="2"/>
              <a:endCxn id="26" idx="0"/>
            </p:cNvCxnSpPr>
            <p:nvPr/>
          </p:nvCxnSpPr>
          <p:spPr bwMode="auto">
            <a:xfrm>
              <a:off x="44196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9" name="AutoShape 49">
              <a:extLst>
                <a:ext uri="{FF2B5EF4-FFF2-40B4-BE49-F238E27FC236}">
                  <a16:creationId xmlns:a16="http://schemas.microsoft.com/office/drawing/2014/main" id="{171BC906-6682-4FFB-1545-B4A1EB178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70" name="AutoShape 50">
              <a:extLst>
                <a:ext uri="{FF2B5EF4-FFF2-40B4-BE49-F238E27FC236}">
                  <a16:creationId xmlns:a16="http://schemas.microsoft.com/office/drawing/2014/main" id="{5A7DB1E4-9DDB-9AAD-493D-35B2E3EC7DB1}"/>
                </a:ext>
              </a:extLst>
            </p:cNvPr>
            <p:cNvCxnSpPr>
              <a:cxnSpLocks noChangeShapeType="1"/>
              <a:stCxn id="69" idx="2"/>
              <a:endCxn id="51" idx="0"/>
            </p:cNvCxnSpPr>
            <p:nvPr/>
          </p:nvCxnSpPr>
          <p:spPr bwMode="auto">
            <a:xfrm>
              <a:off x="83820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" name="AutoShape 51">
              <a:extLst>
                <a:ext uri="{FF2B5EF4-FFF2-40B4-BE49-F238E27FC236}">
                  <a16:creationId xmlns:a16="http://schemas.microsoft.com/office/drawing/2014/main" id="{1D60EF03-38A9-9F4D-A3CD-F7FD5EB65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cxnSp>
          <p:nvCxnSpPr>
            <p:cNvPr id="72" name="AutoShape 52">
              <a:extLst>
                <a:ext uri="{FF2B5EF4-FFF2-40B4-BE49-F238E27FC236}">
                  <a16:creationId xmlns:a16="http://schemas.microsoft.com/office/drawing/2014/main" id="{FA1A4262-1612-BD16-14E3-2CAD2D088AB3}"/>
                </a:ext>
              </a:extLst>
            </p:cNvPr>
            <p:cNvCxnSpPr>
              <a:cxnSpLocks noChangeShapeType="1"/>
              <a:stCxn id="71" idx="2"/>
              <a:endCxn id="54" idx="0"/>
            </p:cNvCxnSpPr>
            <p:nvPr/>
          </p:nvCxnSpPr>
          <p:spPr bwMode="auto">
            <a:xfrm>
              <a:off x="4572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3" name="AutoShape 53">
              <a:extLst>
                <a:ext uri="{FF2B5EF4-FFF2-40B4-BE49-F238E27FC236}">
                  <a16:creationId xmlns:a16="http://schemas.microsoft.com/office/drawing/2014/main" id="{656B5637-0735-C074-42D5-937B903BE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74" name="AutoShape 54">
              <a:extLst>
                <a:ext uri="{FF2B5EF4-FFF2-40B4-BE49-F238E27FC236}">
                  <a16:creationId xmlns:a16="http://schemas.microsoft.com/office/drawing/2014/main" id="{56666AE5-DE39-83B8-D968-28BD8F545F97}"/>
                </a:ext>
              </a:extLst>
            </p:cNvPr>
            <p:cNvCxnSpPr>
              <a:cxnSpLocks noChangeShapeType="1"/>
              <a:stCxn id="73" idx="2"/>
              <a:endCxn id="66" idx="0"/>
            </p:cNvCxnSpPr>
            <p:nvPr/>
          </p:nvCxnSpPr>
          <p:spPr bwMode="auto">
            <a:xfrm>
              <a:off x="44196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" name="AutoShape 55">
              <a:extLst>
                <a:ext uri="{FF2B5EF4-FFF2-40B4-BE49-F238E27FC236}">
                  <a16:creationId xmlns:a16="http://schemas.microsoft.com/office/drawing/2014/main" id="{95100B3E-0C0F-3B6B-F6EC-A1BF5DE38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76" name="AutoShape 56">
              <a:extLst>
                <a:ext uri="{FF2B5EF4-FFF2-40B4-BE49-F238E27FC236}">
                  <a16:creationId xmlns:a16="http://schemas.microsoft.com/office/drawing/2014/main" id="{DD77DADD-9A18-2A53-739F-33CF26204764}"/>
                </a:ext>
              </a:extLst>
            </p:cNvPr>
            <p:cNvCxnSpPr>
              <a:cxnSpLocks noChangeShapeType="1"/>
              <a:stCxn id="75" idx="2"/>
              <a:endCxn id="69" idx="0"/>
            </p:cNvCxnSpPr>
            <p:nvPr/>
          </p:nvCxnSpPr>
          <p:spPr bwMode="auto">
            <a:xfrm>
              <a:off x="83820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AutoShape 57">
              <a:extLst>
                <a:ext uri="{FF2B5EF4-FFF2-40B4-BE49-F238E27FC236}">
                  <a16:creationId xmlns:a16="http://schemas.microsoft.com/office/drawing/2014/main" id="{4CD2226A-BE28-7810-ACFB-525D621D70F8}"/>
                </a:ext>
              </a:extLst>
            </p:cNvPr>
            <p:cNvCxnSpPr>
              <a:cxnSpLocks noChangeShapeType="1"/>
              <a:stCxn id="71" idx="3"/>
              <a:endCxn id="73" idx="1"/>
            </p:cNvCxnSpPr>
            <p:nvPr/>
          </p:nvCxnSpPr>
          <p:spPr bwMode="auto">
            <a:xfrm>
              <a:off x="7620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" name="AutoShape 58">
              <a:extLst>
                <a:ext uri="{FF2B5EF4-FFF2-40B4-BE49-F238E27FC236}">
                  <a16:creationId xmlns:a16="http://schemas.microsoft.com/office/drawing/2014/main" id="{3337A946-0CA1-44D9-3064-BEC08BC251A4}"/>
                </a:ext>
              </a:extLst>
            </p:cNvPr>
            <p:cNvCxnSpPr>
              <a:cxnSpLocks noChangeShapeType="1"/>
              <a:stCxn id="73" idx="3"/>
              <a:endCxn id="75" idx="1"/>
            </p:cNvCxnSpPr>
            <p:nvPr/>
          </p:nvCxnSpPr>
          <p:spPr bwMode="auto">
            <a:xfrm>
              <a:off x="47244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" name="AutoShape 59">
              <a:extLst>
                <a:ext uri="{FF2B5EF4-FFF2-40B4-BE49-F238E27FC236}">
                  <a16:creationId xmlns:a16="http://schemas.microsoft.com/office/drawing/2014/main" id="{11069BBA-3682-148C-118B-73665275C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80" name="AutoShape 60">
              <a:extLst>
                <a:ext uri="{FF2B5EF4-FFF2-40B4-BE49-F238E27FC236}">
                  <a16:creationId xmlns:a16="http://schemas.microsoft.com/office/drawing/2014/main" id="{4EBFEDAC-6021-E249-BB73-5152A31AA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81" name="AutoShape 61">
              <a:extLst>
                <a:ext uri="{FF2B5EF4-FFF2-40B4-BE49-F238E27FC236}">
                  <a16:creationId xmlns:a16="http://schemas.microsoft.com/office/drawing/2014/main" id="{6E35804E-3474-B620-ED0D-2CF06B6AFE41}"/>
                </a:ext>
              </a:extLst>
            </p:cNvPr>
            <p:cNvCxnSpPr>
              <a:cxnSpLocks noChangeShapeType="1"/>
              <a:stCxn id="79" idx="3"/>
              <a:endCxn id="80" idx="1"/>
            </p:cNvCxnSpPr>
            <p:nvPr/>
          </p:nvCxnSpPr>
          <p:spPr bwMode="auto">
            <a:xfrm>
              <a:off x="762000" y="2667000"/>
              <a:ext cx="7315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62">
              <a:extLst>
                <a:ext uri="{FF2B5EF4-FFF2-40B4-BE49-F238E27FC236}">
                  <a16:creationId xmlns:a16="http://schemas.microsoft.com/office/drawing/2014/main" id="{EB647BFA-FBBA-C3DE-600C-EBE52579384E}"/>
                </a:ext>
              </a:extLst>
            </p:cNvPr>
            <p:cNvCxnSpPr>
              <a:cxnSpLocks noChangeShapeType="1"/>
              <a:stCxn id="79" idx="2"/>
              <a:endCxn id="71" idx="0"/>
            </p:cNvCxnSpPr>
            <p:nvPr/>
          </p:nvCxnSpPr>
          <p:spPr bwMode="auto">
            <a:xfrm>
              <a:off x="4572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AutoShape 63">
              <a:extLst>
                <a:ext uri="{FF2B5EF4-FFF2-40B4-BE49-F238E27FC236}">
                  <a16:creationId xmlns:a16="http://schemas.microsoft.com/office/drawing/2014/main" id="{147347F3-21BB-69D3-3254-E5667989A786}"/>
                </a:ext>
              </a:extLst>
            </p:cNvPr>
            <p:cNvCxnSpPr>
              <a:cxnSpLocks noChangeShapeType="1"/>
              <a:stCxn id="80" idx="2"/>
              <a:endCxn id="75" idx="0"/>
            </p:cNvCxnSpPr>
            <p:nvPr/>
          </p:nvCxnSpPr>
          <p:spPr bwMode="auto">
            <a:xfrm>
              <a:off x="83820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AutoShape 64">
              <a:extLst>
                <a:ext uri="{FF2B5EF4-FFF2-40B4-BE49-F238E27FC236}">
                  <a16:creationId xmlns:a16="http://schemas.microsoft.com/office/drawing/2014/main" id="{AD302F35-C133-8FF6-ABFF-CBE2887C430E}"/>
                </a:ext>
              </a:extLst>
            </p:cNvPr>
            <p:cNvCxnSpPr>
              <a:cxnSpLocks noChangeShapeType="1"/>
              <a:stCxn id="69" idx="3"/>
            </p:cNvCxnSpPr>
            <p:nvPr/>
          </p:nvCxnSpPr>
          <p:spPr bwMode="auto">
            <a:xfrm>
              <a:off x="8686800" y="46482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AutoShape 65">
              <a:extLst>
                <a:ext uri="{FF2B5EF4-FFF2-40B4-BE49-F238E27FC236}">
                  <a16:creationId xmlns:a16="http://schemas.microsoft.com/office/drawing/2014/main" id="{A3D719B2-B293-B7F2-7968-2DA5C590260C}"/>
                </a:ext>
              </a:extLst>
            </p:cNvPr>
            <p:cNvCxnSpPr>
              <a:cxnSpLocks noChangeShapeType="1"/>
              <a:stCxn id="75" idx="3"/>
            </p:cNvCxnSpPr>
            <p:nvPr/>
          </p:nvCxnSpPr>
          <p:spPr bwMode="auto">
            <a:xfrm>
              <a:off x="8686800" y="36576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AutoShape 66">
              <a:extLst>
                <a:ext uri="{FF2B5EF4-FFF2-40B4-BE49-F238E27FC236}">
                  <a16:creationId xmlns:a16="http://schemas.microsoft.com/office/drawing/2014/main" id="{88B4C4D3-64CD-9FEE-8600-3EB5EBE523B4}"/>
                </a:ext>
              </a:extLst>
            </p:cNvPr>
            <p:cNvCxnSpPr>
              <a:cxnSpLocks noChangeShapeType="1"/>
              <a:stCxn id="80" idx="3"/>
            </p:cNvCxnSpPr>
            <p:nvPr/>
          </p:nvCxnSpPr>
          <p:spPr bwMode="auto">
            <a:xfrm>
              <a:off x="8686800" y="26670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63736D7-EC95-BE3C-9B23-BC0D3368D906}"/>
                  </a:ext>
                </a:extLst>
              </p:cNvPr>
              <p:cNvSpPr txBox="1"/>
              <p:nvPr/>
            </p:nvSpPr>
            <p:spPr>
              <a:xfrm>
                <a:off x="8038478" y="4627407"/>
                <a:ext cx="6587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lg</m:t>
                      </m:r>
                      <m:r>
                        <a:rPr lang="en-US" sz="2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63736D7-EC95-BE3C-9B23-BC0D3368D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478" y="4627407"/>
                <a:ext cx="658706" cy="400110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AutoShape 61">
            <a:extLst>
              <a:ext uri="{FF2B5EF4-FFF2-40B4-BE49-F238E27FC236}">
                <a16:creationId xmlns:a16="http://schemas.microsoft.com/office/drawing/2014/main" id="{5F693FFF-C7A4-5E4B-7EF5-68AD5BFCC9C9}"/>
              </a:ext>
            </a:extLst>
          </p:cNvPr>
          <p:cNvSpPr>
            <a:spLocks/>
          </p:cNvSpPr>
          <p:nvPr/>
        </p:nvSpPr>
        <p:spPr bwMode="auto">
          <a:xfrm>
            <a:off x="7746079" y="3744198"/>
            <a:ext cx="228600" cy="2202982"/>
          </a:xfrm>
          <a:prstGeom prst="rightBrace">
            <a:avLst>
              <a:gd name="adj1" fmla="val 166177"/>
              <a:gd name="adj2" fmla="val 50000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12BDC0-0BDC-52DF-5A68-3902D5A86E2F}"/>
              </a:ext>
            </a:extLst>
          </p:cNvPr>
          <p:cNvSpPr txBox="1"/>
          <p:nvPr/>
        </p:nvSpPr>
        <p:spPr>
          <a:xfrm>
            <a:off x="2121462" y="6242992"/>
            <a:ext cx="4903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In each list, at most 2 elements are searched.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9153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Skip lists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49A46FF-9191-8B32-0DE7-73069DA84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68760"/>
            <a:ext cx="7772400" cy="757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Tx/>
              <a:buNone/>
            </a:pPr>
            <a:r>
              <a:rPr lang="en-US" altLang="en-US" sz="2200" b="1" u="sng" kern="0" dirty="0">
                <a:ea typeface="Arial Unicode MS" pitchFamily="34" charset="-122"/>
              </a:rPr>
              <a:t>Example:</a:t>
            </a:r>
            <a:r>
              <a:rPr lang="en-US" altLang="en-US" sz="2200" kern="0" dirty="0">
                <a:solidFill>
                  <a:schemeClr val="accent2"/>
                </a:solidFill>
                <a:ea typeface="Arial Unicode MS" pitchFamily="34" charset="-122"/>
              </a:rPr>
              <a:t>  </a:t>
            </a:r>
            <a:r>
              <a:rPr lang="en-US" altLang="en-US" sz="2200" b="1" kern="0" dirty="0">
                <a:solidFill>
                  <a:srgbClr val="FF0000"/>
                </a:solidFill>
                <a:ea typeface="Arial Unicode MS" pitchFamily="34" charset="-122"/>
              </a:rPr>
              <a:t>SEARCH(72) </a:t>
            </a:r>
            <a:r>
              <a:rPr lang="en-US" altLang="en-US" sz="2200" kern="0" dirty="0">
                <a:ea typeface="Arial Unicode MS" pitchFamily="34" charset="-122"/>
              </a:rPr>
              <a:t>in a skip list </a:t>
            </a:r>
            <a:endParaRPr lang="en-US" altLang="en-US" sz="2200" kern="0" dirty="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475211DE-7568-15A9-AB9E-879435641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3340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14</a:t>
            </a:r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7BDE9544-E0E0-4D9E-1793-6F03F5F79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3340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23</a:t>
            </a:r>
          </a:p>
        </p:txBody>
      </p:sp>
      <p:cxnSp>
        <p:nvCxnSpPr>
          <p:cNvPr id="11" name="AutoShape 6">
            <a:extLst>
              <a:ext uri="{FF2B5EF4-FFF2-40B4-BE49-F238E27FC236}">
                <a16:creationId xmlns:a16="http://schemas.microsoft.com/office/drawing/2014/main" id="{BB13EE7D-57B1-292A-92EC-C1C27E457247}"/>
              </a:ext>
            </a:extLst>
          </p:cNvPr>
          <p:cNvCxnSpPr>
            <a:cxnSpLocks noChangeShapeType="1"/>
            <a:stCxn id="9" idx="3"/>
            <a:endCxn id="10" idx="1"/>
          </p:cNvCxnSpPr>
          <p:nvPr/>
        </p:nvCxnSpPr>
        <p:spPr bwMode="auto">
          <a:xfrm>
            <a:off x="762000" y="563880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AutoShape 7">
            <a:extLst>
              <a:ext uri="{FF2B5EF4-FFF2-40B4-BE49-F238E27FC236}">
                <a16:creationId xmlns:a16="http://schemas.microsoft.com/office/drawing/2014/main" id="{25100397-4004-B4A5-29DE-EF90115B9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3340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34</a:t>
            </a:r>
          </a:p>
        </p:txBody>
      </p:sp>
      <p:cxnSp>
        <p:nvCxnSpPr>
          <p:cNvPr id="13" name="AutoShape 8">
            <a:extLst>
              <a:ext uri="{FF2B5EF4-FFF2-40B4-BE49-F238E27FC236}">
                <a16:creationId xmlns:a16="http://schemas.microsoft.com/office/drawing/2014/main" id="{59287201-8D6B-7ADE-C9C6-623E2C04FBE3}"/>
              </a:ext>
            </a:extLst>
          </p:cNvPr>
          <p:cNvCxnSpPr>
            <a:cxnSpLocks noChangeShapeType="1"/>
            <a:stCxn id="10" idx="3"/>
            <a:endCxn id="12" idx="1"/>
          </p:cNvCxnSpPr>
          <p:nvPr/>
        </p:nvCxnSpPr>
        <p:spPr bwMode="auto">
          <a:xfrm>
            <a:off x="1752600" y="563880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AutoShape 9">
            <a:extLst>
              <a:ext uri="{FF2B5EF4-FFF2-40B4-BE49-F238E27FC236}">
                <a16:creationId xmlns:a16="http://schemas.microsoft.com/office/drawing/2014/main" id="{2DB873E9-6549-54E7-7769-ABEA479C8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3340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42</a:t>
            </a:r>
          </a:p>
        </p:txBody>
      </p:sp>
      <p:cxnSp>
        <p:nvCxnSpPr>
          <p:cNvPr id="18" name="AutoShape 10">
            <a:extLst>
              <a:ext uri="{FF2B5EF4-FFF2-40B4-BE49-F238E27FC236}">
                <a16:creationId xmlns:a16="http://schemas.microsoft.com/office/drawing/2014/main" id="{C7705C68-8765-72CA-9A2C-3F14A6288D0D}"/>
              </a:ext>
            </a:extLst>
          </p:cNvPr>
          <p:cNvCxnSpPr>
            <a:cxnSpLocks noChangeShapeType="1"/>
            <a:stCxn id="12" idx="3"/>
            <a:endCxn id="14" idx="1"/>
          </p:cNvCxnSpPr>
          <p:nvPr/>
        </p:nvCxnSpPr>
        <p:spPr bwMode="auto">
          <a:xfrm>
            <a:off x="2743200" y="563880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AutoShape 11">
            <a:extLst>
              <a:ext uri="{FF2B5EF4-FFF2-40B4-BE49-F238E27FC236}">
                <a16:creationId xmlns:a16="http://schemas.microsoft.com/office/drawing/2014/main" id="{E7AFE931-262D-2DCC-282D-060B696C3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3340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50</a:t>
            </a:r>
          </a:p>
        </p:txBody>
      </p:sp>
      <p:sp>
        <p:nvSpPr>
          <p:cNvPr id="22" name="AutoShape 12">
            <a:extLst>
              <a:ext uri="{FF2B5EF4-FFF2-40B4-BE49-F238E27FC236}">
                <a16:creationId xmlns:a16="http://schemas.microsoft.com/office/drawing/2014/main" id="{718C2642-381C-91EF-0A8A-FEABF2EA1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3340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59</a:t>
            </a:r>
          </a:p>
        </p:txBody>
      </p:sp>
      <p:sp>
        <p:nvSpPr>
          <p:cNvPr id="23" name="AutoShape 13">
            <a:extLst>
              <a:ext uri="{FF2B5EF4-FFF2-40B4-BE49-F238E27FC236}">
                <a16:creationId xmlns:a16="http://schemas.microsoft.com/office/drawing/2014/main" id="{F577FEA9-E24A-1C89-9C38-4089964CA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3340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66</a:t>
            </a:r>
          </a:p>
        </p:txBody>
      </p:sp>
      <p:sp>
        <p:nvSpPr>
          <p:cNvPr id="24" name="AutoShape 14">
            <a:extLst>
              <a:ext uri="{FF2B5EF4-FFF2-40B4-BE49-F238E27FC236}">
                <a16:creationId xmlns:a16="http://schemas.microsoft.com/office/drawing/2014/main" id="{BB30BF4A-AFB5-24D9-F076-2158A5AD4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3340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72</a:t>
            </a:r>
          </a:p>
        </p:txBody>
      </p:sp>
      <p:cxnSp>
        <p:nvCxnSpPr>
          <p:cNvPr id="25" name="AutoShape 15">
            <a:extLst>
              <a:ext uri="{FF2B5EF4-FFF2-40B4-BE49-F238E27FC236}">
                <a16:creationId xmlns:a16="http://schemas.microsoft.com/office/drawing/2014/main" id="{3441DDFF-8D52-4470-46B3-E1EE0EB469EC}"/>
              </a:ext>
            </a:extLst>
          </p:cNvPr>
          <p:cNvCxnSpPr>
            <a:cxnSpLocks noChangeShapeType="1"/>
            <a:stCxn id="23" idx="3"/>
            <a:endCxn id="24" idx="1"/>
          </p:cNvCxnSpPr>
          <p:nvPr/>
        </p:nvCxnSpPr>
        <p:spPr bwMode="auto">
          <a:xfrm>
            <a:off x="6705600" y="563880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AutoShape 16">
            <a:extLst>
              <a:ext uri="{FF2B5EF4-FFF2-40B4-BE49-F238E27FC236}">
                <a16:creationId xmlns:a16="http://schemas.microsoft.com/office/drawing/2014/main" id="{BE100447-BBDE-87A1-C134-0669C8A7E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53340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79</a:t>
            </a:r>
          </a:p>
        </p:txBody>
      </p:sp>
      <p:cxnSp>
        <p:nvCxnSpPr>
          <p:cNvPr id="28" name="AutoShape 17">
            <a:extLst>
              <a:ext uri="{FF2B5EF4-FFF2-40B4-BE49-F238E27FC236}">
                <a16:creationId xmlns:a16="http://schemas.microsoft.com/office/drawing/2014/main" id="{454FD350-6DEC-46C1-8EFF-691C14135950}"/>
              </a:ext>
            </a:extLst>
          </p:cNvPr>
          <p:cNvCxnSpPr>
            <a:cxnSpLocks noChangeShapeType="1"/>
            <a:stCxn id="24" idx="3"/>
            <a:endCxn id="27" idx="1"/>
          </p:cNvCxnSpPr>
          <p:nvPr/>
        </p:nvCxnSpPr>
        <p:spPr bwMode="auto">
          <a:xfrm>
            <a:off x="7696200" y="563880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8">
            <a:extLst>
              <a:ext uri="{FF2B5EF4-FFF2-40B4-BE49-F238E27FC236}">
                <a16:creationId xmlns:a16="http://schemas.microsoft.com/office/drawing/2014/main" id="{D186B36C-D1FA-688B-34D3-8645B8C1351E}"/>
              </a:ext>
            </a:extLst>
          </p:cNvPr>
          <p:cNvCxnSpPr>
            <a:cxnSpLocks noChangeShapeType="1"/>
            <a:stCxn id="27" idx="3"/>
          </p:cNvCxnSpPr>
          <p:nvPr/>
        </p:nvCxnSpPr>
        <p:spPr bwMode="auto">
          <a:xfrm>
            <a:off x="8686800" y="5638800"/>
            <a:ext cx="3810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AutoShape 19">
            <a:extLst>
              <a:ext uri="{FF2B5EF4-FFF2-40B4-BE49-F238E27FC236}">
                <a16:creationId xmlns:a16="http://schemas.microsoft.com/office/drawing/2014/main" id="{A81B5695-FD55-9A08-E864-ACA43AB06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3434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14</a:t>
            </a:r>
          </a:p>
        </p:txBody>
      </p:sp>
      <p:sp>
        <p:nvSpPr>
          <p:cNvPr id="35" name="AutoShape 20">
            <a:extLst>
              <a:ext uri="{FF2B5EF4-FFF2-40B4-BE49-F238E27FC236}">
                <a16:creationId xmlns:a16="http://schemas.microsoft.com/office/drawing/2014/main" id="{C28EF243-0102-4CFB-C02F-6B74891D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3434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34</a:t>
            </a:r>
          </a:p>
        </p:txBody>
      </p:sp>
      <p:sp>
        <p:nvSpPr>
          <p:cNvPr id="36" name="AutoShape 21">
            <a:extLst>
              <a:ext uri="{FF2B5EF4-FFF2-40B4-BE49-F238E27FC236}">
                <a16:creationId xmlns:a16="http://schemas.microsoft.com/office/drawing/2014/main" id="{3D41320C-51D1-266C-5208-45392A1C4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3434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66</a:t>
            </a:r>
          </a:p>
        </p:txBody>
      </p:sp>
      <p:cxnSp>
        <p:nvCxnSpPr>
          <p:cNvPr id="37" name="AutoShape 22">
            <a:extLst>
              <a:ext uri="{FF2B5EF4-FFF2-40B4-BE49-F238E27FC236}">
                <a16:creationId xmlns:a16="http://schemas.microsoft.com/office/drawing/2014/main" id="{CC773D4A-7B79-BEFD-9C53-F76282DBAA98}"/>
              </a:ext>
            </a:extLst>
          </p:cNvPr>
          <p:cNvCxnSpPr>
            <a:cxnSpLocks noChangeShapeType="1"/>
            <a:stCxn id="36" idx="3"/>
            <a:endCxn id="49" idx="1"/>
          </p:cNvCxnSpPr>
          <p:nvPr/>
        </p:nvCxnSpPr>
        <p:spPr bwMode="auto">
          <a:xfrm>
            <a:off x="6705600" y="4648200"/>
            <a:ext cx="13716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AutoShape 23">
            <a:extLst>
              <a:ext uri="{FF2B5EF4-FFF2-40B4-BE49-F238E27FC236}">
                <a16:creationId xmlns:a16="http://schemas.microsoft.com/office/drawing/2014/main" id="{4E4B0B91-BDF2-A989-BB2C-3C13ED83A38D}"/>
              </a:ext>
            </a:extLst>
          </p:cNvPr>
          <p:cNvCxnSpPr>
            <a:cxnSpLocks noChangeShapeType="1"/>
            <a:stCxn id="30" idx="2"/>
            <a:endCxn id="9" idx="0"/>
          </p:cNvCxnSpPr>
          <p:nvPr/>
        </p:nvCxnSpPr>
        <p:spPr bwMode="auto">
          <a:xfrm>
            <a:off x="457200" y="495300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AutoShape 24">
            <a:extLst>
              <a:ext uri="{FF2B5EF4-FFF2-40B4-BE49-F238E27FC236}">
                <a16:creationId xmlns:a16="http://schemas.microsoft.com/office/drawing/2014/main" id="{9774D244-C9A1-5CD1-ED80-6D16668F6C0C}"/>
              </a:ext>
            </a:extLst>
          </p:cNvPr>
          <p:cNvCxnSpPr>
            <a:cxnSpLocks noChangeShapeType="1"/>
            <a:stCxn id="36" idx="2"/>
            <a:endCxn id="23" idx="0"/>
          </p:cNvCxnSpPr>
          <p:nvPr/>
        </p:nvCxnSpPr>
        <p:spPr bwMode="auto">
          <a:xfrm>
            <a:off x="6400800" y="495300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AutoShape 25">
            <a:extLst>
              <a:ext uri="{FF2B5EF4-FFF2-40B4-BE49-F238E27FC236}">
                <a16:creationId xmlns:a16="http://schemas.microsoft.com/office/drawing/2014/main" id="{900FFE6F-1C69-061E-ABED-BAAF1FA366F2}"/>
              </a:ext>
            </a:extLst>
          </p:cNvPr>
          <p:cNvCxnSpPr>
            <a:cxnSpLocks noChangeShapeType="1"/>
            <a:stCxn id="30" idx="3"/>
            <a:endCxn id="35" idx="1"/>
          </p:cNvCxnSpPr>
          <p:nvPr/>
        </p:nvCxnSpPr>
        <p:spPr bwMode="auto">
          <a:xfrm>
            <a:off x="762000" y="4648200"/>
            <a:ext cx="13716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AutoShape 26">
            <a:extLst>
              <a:ext uri="{FF2B5EF4-FFF2-40B4-BE49-F238E27FC236}">
                <a16:creationId xmlns:a16="http://schemas.microsoft.com/office/drawing/2014/main" id="{03016615-53B4-7EE3-68D1-F0B22F6D3EBE}"/>
              </a:ext>
            </a:extLst>
          </p:cNvPr>
          <p:cNvCxnSpPr>
            <a:cxnSpLocks noChangeShapeType="1"/>
            <a:stCxn id="35" idx="3"/>
            <a:endCxn id="46" idx="1"/>
          </p:cNvCxnSpPr>
          <p:nvPr/>
        </p:nvCxnSpPr>
        <p:spPr bwMode="auto">
          <a:xfrm>
            <a:off x="2743200" y="4648200"/>
            <a:ext cx="13716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AutoShape 27">
            <a:extLst>
              <a:ext uri="{FF2B5EF4-FFF2-40B4-BE49-F238E27FC236}">
                <a16:creationId xmlns:a16="http://schemas.microsoft.com/office/drawing/2014/main" id="{187A6439-53C8-4EDF-8D24-9D0225533624}"/>
              </a:ext>
            </a:extLst>
          </p:cNvPr>
          <p:cNvCxnSpPr>
            <a:cxnSpLocks noChangeShapeType="1"/>
            <a:stCxn id="35" idx="2"/>
            <a:endCxn id="12" idx="0"/>
          </p:cNvCxnSpPr>
          <p:nvPr/>
        </p:nvCxnSpPr>
        <p:spPr bwMode="auto">
          <a:xfrm>
            <a:off x="2438400" y="495300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AutoShape 28">
            <a:extLst>
              <a:ext uri="{FF2B5EF4-FFF2-40B4-BE49-F238E27FC236}">
                <a16:creationId xmlns:a16="http://schemas.microsoft.com/office/drawing/2014/main" id="{8C5515C4-1631-CA5C-9BD1-CE1F9730944B}"/>
              </a:ext>
            </a:extLst>
          </p:cNvPr>
          <p:cNvCxnSpPr>
            <a:cxnSpLocks noChangeShapeType="1"/>
            <a:stCxn id="14" idx="3"/>
            <a:endCxn id="19" idx="1"/>
          </p:cNvCxnSpPr>
          <p:nvPr/>
        </p:nvCxnSpPr>
        <p:spPr bwMode="auto">
          <a:xfrm>
            <a:off x="3733800" y="563880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AutoShape 29">
            <a:extLst>
              <a:ext uri="{FF2B5EF4-FFF2-40B4-BE49-F238E27FC236}">
                <a16:creationId xmlns:a16="http://schemas.microsoft.com/office/drawing/2014/main" id="{EB81E03F-7DCC-E0AC-8728-5618D2DF6A0B}"/>
              </a:ext>
            </a:extLst>
          </p:cNvPr>
          <p:cNvCxnSpPr>
            <a:cxnSpLocks noChangeShapeType="1"/>
            <a:stCxn id="19" idx="3"/>
            <a:endCxn id="22" idx="1"/>
          </p:cNvCxnSpPr>
          <p:nvPr/>
        </p:nvCxnSpPr>
        <p:spPr bwMode="auto">
          <a:xfrm>
            <a:off x="4724400" y="563880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AutoShape 30">
            <a:extLst>
              <a:ext uri="{FF2B5EF4-FFF2-40B4-BE49-F238E27FC236}">
                <a16:creationId xmlns:a16="http://schemas.microsoft.com/office/drawing/2014/main" id="{86DA48F2-293D-2E43-9713-9E6277DDC93C}"/>
              </a:ext>
            </a:extLst>
          </p:cNvPr>
          <p:cNvCxnSpPr>
            <a:cxnSpLocks noChangeShapeType="1"/>
            <a:stCxn id="22" idx="3"/>
            <a:endCxn id="23" idx="1"/>
          </p:cNvCxnSpPr>
          <p:nvPr/>
        </p:nvCxnSpPr>
        <p:spPr bwMode="auto">
          <a:xfrm>
            <a:off x="5715000" y="5638800"/>
            <a:ext cx="381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AutoShape 46">
            <a:extLst>
              <a:ext uri="{FF2B5EF4-FFF2-40B4-BE49-F238E27FC236}">
                <a16:creationId xmlns:a16="http://schemas.microsoft.com/office/drawing/2014/main" id="{A5C57865-BB13-816B-E3D2-278F4EB36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3434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50</a:t>
            </a:r>
          </a:p>
        </p:txBody>
      </p:sp>
      <p:cxnSp>
        <p:nvCxnSpPr>
          <p:cNvPr id="47" name="AutoShape 47">
            <a:extLst>
              <a:ext uri="{FF2B5EF4-FFF2-40B4-BE49-F238E27FC236}">
                <a16:creationId xmlns:a16="http://schemas.microsoft.com/office/drawing/2014/main" id="{6B2123E5-3BDF-675B-749B-0030B75B5B94}"/>
              </a:ext>
            </a:extLst>
          </p:cNvPr>
          <p:cNvCxnSpPr>
            <a:cxnSpLocks noChangeShapeType="1"/>
            <a:stCxn id="46" idx="3"/>
            <a:endCxn id="36" idx="1"/>
          </p:cNvCxnSpPr>
          <p:nvPr/>
        </p:nvCxnSpPr>
        <p:spPr bwMode="auto">
          <a:xfrm>
            <a:off x="4724400" y="4648200"/>
            <a:ext cx="13716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48">
            <a:extLst>
              <a:ext uri="{FF2B5EF4-FFF2-40B4-BE49-F238E27FC236}">
                <a16:creationId xmlns:a16="http://schemas.microsoft.com/office/drawing/2014/main" id="{1D216015-52C0-6001-C6A3-2A11A734DB99}"/>
              </a:ext>
            </a:extLst>
          </p:cNvPr>
          <p:cNvCxnSpPr>
            <a:cxnSpLocks noChangeShapeType="1"/>
            <a:stCxn id="46" idx="2"/>
            <a:endCxn id="19" idx="0"/>
          </p:cNvCxnSpPr>
          <p:nvPr/>
        </p:nvCxnSpPr>
        <p:spPr bwMode="auto">
          <a:xfrm>
            <a:off x="4419600" y="495300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AutoShape 49">
            <a:extLst>
              <a:ext uri="{FF2B5EF4-FFF2-40B4-BE49-F238E27FC236}">
                <a16:creationId xmlns:a16="http://schemas.microsoft.com/office/drawing/2014/main" id="{479C96FA-DEF3-D679-D424-90021ED82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3434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79</a:t>
            </a:r>
          </a:p>
        </p:txBody>
      </p:sp>
      <p:cxnSp>
        <p:nvCxnSpPr>
          <p:cNvPr id="50" name="AutoShape 50">
            <a:extLst>
              <a:ext uri="{FF2B5EF4-FFF2-40B4-BE49-F238E27FC236}">
                <a16:creationId xmlns:a16="http://schemas.microsoft.com/office/drawing/2014/main" id="{4047553C-1F02-41B5-39E2-327EA34081DB}"/>
              </a:ext>
            </a:extLst>
          </p:cNvPr>
          <p:cNvCxnSpPr>
            <a:cxnSpLocks noChangeShapeType="1"/>
            <a:stCxn id="49" idx="2"/>
            <a:endCxn id="27" idx="0"/>
          </p:cNvCxnSpPr>
          <p:nvPr/>
        </p:nvCxnSpPr>
        <p:spPr bwMode="auto">
          <a:xfrm>
            <a:off x="8382000" y="495300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" name="AutoShape 51">
            <a:extLst>
              <a:ext uri="{FF2B5EF4-FFF2-40B4-BE49-F238E27FC236}">
                <a16:creationId xmlns:a16="http://schemas.microsoft.com/office/drawing/2014/main" id="{3184BEAE-2DA3-4E67-F305-8036514F9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3528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14</a:t>
            </a:r>
          </a:p>
        </p:txBody>
      </p:sp>
      <p:cxnSp>
        <p:nvCxnSpPr>
          <p:cNvPr id="91" name="AutoShape 52">
            <a:extLst>
              <a:ext uri="{FF2B5EF4-FFF2-40B4-BE49-F238E27FC236}">
                <a16:creationId xmlns:a16="http://schemas.microsoft.com/office/drawing/2014/main" id="{DC723BF3-3D6E-C475-8E32-01613C14DDC2}"/>
              </a:ext>
            </a:extLst>
          </p:cNvPr>
          <p:cNvCxnSpPr>
            <a:cxnSpLocks noChangeShapeType="1"/>
            <a:stCxn id="88" idx="2"/>
            <a:endCxn id="30" idx="0"/>
          </p:cNvCxnSpPr>
          <p:nvPr/>
        </p:nvCxnSpPr>
        <p:spPr bwMode="auto">
          <a:xfrm>
            <a:off x="457200" y="396240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" name="AutoShape 53">
            <a:extLst>
              <a:ext uri="{FF2B5EF4-FFF2-40B4-BE49-F238E27FC236}">
                <a16:creationId xmlns:a16="http://schemas.microsoft.com/office/drawing/2014/main" id="{E5FB396E-B937-FC2E-89F0-9CF6910C4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3528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50</a:t>
            </a:r>
          </a:p>
        </p:txBody>
      </p:sp>
      <p:cxnSp>
        <p:nvCxnSpPr>
          <p:cNvPr id="93" name="AutoShape 54">
            <a:extLst>
              <a:ext uri="{FF2B5EF4-FFF2-40B4-BE49-F238E27FC236}">
                <a16:creationId xmlns:a16="http://schemas.microsoft.com/office/drawing/2014/main" id="{7D3DDA7A-5B8A-B73C-261B-4943AC071F20}"/>
              </a:ext>
            </a:extLst>
          </p:cNvPr>
          <p:cNvCxnSpPr>
            <a:cxnSpLocks noChangeShapeType="1"/>
            <a:stCxn id="92" idx="2"/>
            <a:endCxn id="46" idx="0"/>
          </p:cNvCxnSpPr>
          <p:nvPr/>
        </p:nvCxnSpPr>
        <p:spPr bwMode="auto">
          <a:xfrm>
            <a:off x="4419600" y="396240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4" name="AutoShape 55">
            <a:extLst>
              <a:ext uri="{FF2B5EF4-FFF2-40B4-BE49-F238E27FC236}">
                <a16:creationId xmlns:a16="http://schemas.microsoft.com/office/drawing/2014/main" id="{C4D34D5F-526B-7A4A-27CA-6C2F46C82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33528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79</a:t>
            </a:r>
          </a:p>
        </p:txBody>
      </p:sp>
      <p:cxnSp>
        <p:nvCxnSpPr>
          <p:cNvPr id="95" name="AutoShape 56">
            <a:extLst>
              <a:ext uri="{FF2B5EF4-FFF2-40B4-BE49-F238E27FC236}">
                <a16:creationId xmlns:a16="http://schemas.microsoft.com/office/drawing/2014/main" id="{36C5E980-CCEE-AF2E-DEB0-059E51781CB1}"/>
              </a:ext>
            </a:extLst>
          </p:cNvPr>
          <p:cNvCxnSpPr>
            <a:cxnSpLocks noChangeShapeType="1"/>
            <a:stCxn id="94" idx="2"/>
            <a:endCxn id="49" idx="0"/>
          </p:cNvCxnSpPr>
          <p:nvPr/>
        </p:nvCxnSpPr>
        <p:spPr bwMode="auto">
          <a:xfrm>
            <a:off x="8382000" y="396240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" name="AutoShape 57">
            <a:extLst>
              <a:ext uri="{FF2B5EF4-FFF2-40B4-BE49-F238E27FC236}">
                <a16:creationId xmlns:a16="http://schemas.microsoft.com/office/drawing/2014/main" id="{D30006B0-5E44-9660-04BA-F7E54EFCE601}"/>
              </a:ext>
            </a:extLst>
          </p:cNvPr>
          <p:cNvCxnSpPr>
            <a:cxnSpLocks noChangeShapeType="1"/>
            <a:stCxn id="88" idx="3"/>
            <a:endCxn id="92" idx="1"/>
          </p:cNvCxnSpPr>
          <p:nvPr/>
        </p:nvCxnSpPr>
        <p:spPr bwMode="auto">
          <a:xfrm>
            <a:off x="762000" y="3657600"/>
            <a:ext cx="33528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" name="AutoShape 58">
            <a:extLst>
              <a:ext uri="{FF2B5EF4-FFF2-40B4-BE49-F238E27FC236}">
                <a16:creationId xmlns:a16="http://schemas.microsoft.com/office/drawing/2014/main" id="{2B2814F4-01E1-B3CC-64A1-27386F97FB2D}"/>
              </a:ext>
            </a:extLst>
          </p:cNvPr>
          <p:cNvCxnSpPr>
            <a:cxnSpLocks noChangeShapeType="1"/>
            <a:stCxn id="92" idx="3"/>
            <a:endCxn id="94" idx="1"/>
          </p:cNvCxnSpPr>
          <p:nvPr/>
        </p:nvCxnSpPr>
        <p:spPr bwMode="auto">
          <a:xfrm>
            <a:off x="4724400" y="3657600"/>
            <a:ext cx="33528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AutoShape 59">
            <a:extLst>
              <a:ext uri="{FF2B5EF4-FFF2-40B4-BE49-F238E27FC236}">
                <a16:creationId xmlns:a16="http://schemas.microsoft.com/office/drawing/2014/main" id="{0ABFFF4B-1840-14DE-28FF-77CCB85ED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3622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14</a:t>
            </a:r>
          </a:p>
        </p:txBody>
      </p:sp>
      <p:sp>
        <p:nvSpPr>
          <p:cNvPr id="99" name="AutoShape 60">
            <a:extLst>
              <a:ext uri="{FF2B5EF4-FFF2-40B4-BE49-F238E27FC236}">
                <a16:creationId xmlns:a16="http://schemas.microsoft.com/office/drawing/2014/main" id="{D22368D2-3977-96A3-C6B8-99E4A5821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362200"/>
            <a:ext cx="609600" cy="6096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8A87"/>
                </a:solidFill>
                <a:ea typeface="Arial Unicode MS" pitchFamily="34" charset="-122"/>
              </a:rPr>
              <a:t>79</a:t>
            </a:r>
          </a:p>
        </p:txBody>
      </p:sp>
      <p:cxnSp>
        <p:nvCxnSpPr>
          <p:cNvPr id="100" name="AutoShape 61">
            <a:extLst>
              <a:ext uri="{FF2B5EF4-FFF2-40B4-BE49-F238E27FC236}">
                <a16:creationId xmlns:a16="http://schemas.microsoft.com/office/drawing/2014/main" id="{6F6B4A53-7DEB-50DC-11A8-50A81F89B2FA}"/>
              </a:ext>
            </a:extLst>
          </p:cNvPr>
          <p:cNvCxnSpPr>
            <a:cxnSpLocks noChangeShapeType="1"/>
            <a:stCxn id="98" idx="3"/>
            <a:endCxn id="99" idx="1"/>
          </p:cNvCxnSpPr>
          <p:nvPr/>
        </p:nvCxnSpPr>
        <p:spPr bwMode="auto">
          <a:xfrm>
            <a:off x="762000" y="2667000"/>
            <a:ext cx="73152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AutoShape 62">
            <a:extLst>
              <a:ext uri="{FF2B5EF4-FFF2-40B4-BE49-F238E27FC236}">
                <a16:creationId xmlns:a16="http://schemas.microsoft.com/office/drawing/2014/main" id="{0D219A3A-7FFA-63D3-5EDC-96B2EE32420A}"/>
              </a:ext>
            </a:extLst>
          </p:cNvPr>
          <p:cNvCxnSpPr>
            <a:cxnSpLocks noChangeShapeType="1"/>
            <a:stCxn id="98" idx="2"/>
            <a:endCxn id="88" idx="0"/>
          </p:cNvCxnSpPr>
          <p:nvPr/>
        </p:nvCxnSpPr>
        <p:spPr bwMode="auto">
          <a:xfrm>
            <a:off x="457200" y="297180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" name="AutoShape 63">
            <a:extLst>
              <a:ext uri="{FF2B5EF4-FFF2-40B4-BE49-F238E27FC236}">
                <a16:creationId xmlns:a16="http://schemas.microsoft.com/office/drawing/2014/main" id="{74F9F392-4C45-BD65-1B3D-2CF3CE20B1C4}"/>
              </a:ext>
            </a:extLst>
          </p:cNvPr>
          <p:cNvCxnSpPr>
            <a:cxnSpLocks noChangeShapeType="1"/>
            <a:stCxn id="99" idx="2"/>
            <a:endCxn id="94" idx="0"/>
          </p:cNvCxnSpPr>
          <p:nvPr/>
        </p:nvCxnSpPr>
        <p:spPr bwMode="auto">
          <a:xfrm>
            <a:off x="8382000" y="2971800"/>
            <a:ext cx="0" cy="3810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" name="AutoShape 64">
            <a:extLst>
              <a:ext uri="{FF2B5EF4-FFF2-40B4-BE49-F238E27FC236}">
                <a16:creationId xmlns:a16="http://schemas.microsoft.com/office/drawing/2014/main" id="{BD256B3F-5E0C-3D4C-BDAE-C79784C0528D}"/>
              </a:ext>
            </a:extLst>
          </p:cNvPr>
          <p:cNvCxnSpPr>
            <a:cxnSpLocks noChangeShapeType="1"/>
            <a:stCxn id="49" idx="3"/>
          </p:cNvCxnSpPr>
          <p:nvPr/>
        </p:nvCxnSpPr>
        <p:spPr bwMode="auto">
          <a:xfrm>
            <a:off x="8686800" y="4648200"/>
            <a:ext cx="3810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4" name="AutoShape 65">
            <a:extLst>
              <a:ext uri="{FF2B5EF4-FFF2-40B4-BE49-F238E27FC236}">
                <a16:creationId xmlns:a16="http://schemas.microsoft.com/office/drawing/2014/main" id="{CA7A2478-1D34-7803-4DE5-81D436274FE3}"/>
              </a:ext>
            </a:extLst>
          </p:cNvPr>
          <p:cNvCxnSpPr>
            <a:cxnSpLocks noChangeShapeType="1"/>
            <a:stCxn id="94" idx="3"/>
          </p:cNvCxnSpPr>
          <p:nvPr/>
        </p:nvCxnSpPr>
        <p:spPr bwMode="auto">
          <a:xfrm>
            <a:off x="8686800" y="3657600"/>
            <a:ext cx="3810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" name="AutoShape 66">
            <a:extLst>
              <a:ext uri="{FF2B5EF4-FFF2-40B4-BE49-F238E27FC236}">
                <a16:creationId xmlns:a16="http://schemas.microsoft.com/office/drawing/2014/main" id="{2DF7BC29-2841-1D88-7BA6-3AA46280F162}"/>
              </a:ext>
            </a:extLst>
          </p:cNvPr>
          <p:cNvCxnSpPr>
            <a:cxnSpLocks noChangeShapeType="1"/>
            <a:stCxn id="99" idx="3"/>
          </p:cNvCxnSpPr>
          <p:nvPr/>
        </p:nvCxnSpPr>
        <p:spPr bwMode="auto">
          <a:xfrm>
            <a:off x="8686800" y="2667000"/>
            <a:ext cx="3810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6" name="Arrow: Right 105">
            <a:extLst>
              <a:ext uri="{FF2B5EF4-FFF2-40B4-BE49-F238E27FC236}">
                <a16:creationId xmlns:a16="http://schemas.microsoft.com/office/drawing/2014/main" id="{82A16108-2A11-70A7-5270-A1DA16B55844}"/>
              </a:ext>
            </a:extLst>
          </p:cNvPr>
          <p:cNvSpPr/>
          <p:nvPr/>
        </p:nvSpPr>
        <p:spPr>
          <a:xfrm>
            <a:off x="617912" y="3761710"/>
            <a:ext cx="3981380" cy="17134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7F12F6F7-BE11-3185-DD7F-041D178A17A4}"/>
              </a:ext>
            </a:extLst>
          </p:cNvPr>
          <p:cNvSpPr/>
          <p:nvPr/>
        </p:nvSpPr>
        <p:spPr>
          <a:xfrm>
            <a:off x="4637348" y="4775545"/>
            <a:ext cx="1950875" cy="17745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7FEA57DB-9532-6C18-3EA2-2E7556DDB16B}"/>
              </a:ext>
            </a:extLst>
          </p:cNvPr>
          <p:cNvSpPr/>
          <p:nvPr/>
        </p:nvSpPr>
        <p:spPr>
          <a:xfrm rot="5400000">
            <a:off x="4180781" y="4253567"/>
            <a:ext cx="962097" cy="12507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Arrow: Right 108">
            <a:extLst>
              <a:ext uri="{FF2B5EF4-FFF2-40B4-BE49-F238E27FC236}">
                <a16:creationId xmlns:a16="http://schemas.microsoft.com/office/drawing/2014/main" id="{74CD0F1E-C672-F9C0-1DC5-EC1449A0E61E}"/>
              </a:ext>
            </a:extLst>
          </p:cNvPr>
          <p:cNvSpPr/>
          <p:nvPr/>
        </p:nvSpPr>
        <p:spPr>
          <a:xfrm rot="5400000">
            <a:off x="115624" y="3187062"/>
            <a:ext cx="1004568" cy="14473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Arrow: Right 109">
            <a:extLst>
              <a:ext uri="{FF2B5EF4-FFF2-40B4-BE49-F238E27FC236}">
                <a16:creationId xmlns:a16="http://schemas.microsoft.com/office/drawing/2014/main" id="{C3909A9D-3642-4A70-2AC7-99D357A91EEB}"/>
              </a:ext>
            </a:extLst>
          </p:cNvPr>
          <p:cNvSpPr/>
          <p:nvPr/>
        </p:nvSpPr>
        <p:spPr>
          <a:xfrm rot="5400000">
            <a:off x="6176143" y="5282782"/>
            <a:ext cx="962097" cy="12507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Arrow: Right 110">
            <a:extLst>
              <a:ext uri="{FF2B5EF4-FFF2-40B4-BE49-F238E27FC236}">
                <a16:creationId xmlns:a16="http://schemas.microsoft.com/office/drawing/2014/main" id="{B515CB3F-806B-35F6-38DA-54C7E2937FA3}"/>
              </a:ext>
            </a:extLst>
          </p:cNvPr>
          <p:cNvSpPr/>
          <p:nvPr/>
        </p:nvSpPr>
        <p:spPr>
          <a:xfrm>
            <a:off x="6657191" y="5801315"/>
            <a:ext cx="939145" cy="17745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94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Dealing with insert and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BDA84-1D02-4525-5F9D-878F92E33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579296" cy="1230787"/>
          </a:xfrm>
        </p:spPr>
        <p:txBody>
          <a:bodyPr/>
          <a:lstStyle/>
          <a:p>
            <a:r>
              <a:rPr lang="en-US" sz="2200" dirty="0">
                <a:solidFill>
                  <a:srgbClr val="FF0000"/>
                </a:solidFill>
              </a:rPr>
              <a:t>INSERT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FF0000"/>
                </a:solidFill>
              </a:rPr>
              <a:t>DELETE</a:t>
            </a:r>
            <a:r>
              <a:rPr lang="en-US" sz="2200" dirty="0"/>
              <a:t> may disturb this </a:t>
            </a:r>
            <a:r>
              <a:rPr lang="en-US" sz="2200" dirty="0">
                <a:solidFill>
                  <a:srgbClr val="0000FF"/>
                </a:solidFill>
              </a:rPr>
              <a:t>ideal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00FF"/>
                </a:solidFill>
              </a:rPr>
              <a:t>structure</a:t>
            </a:r>
            <a:r>
              <a:rPr lang="en-US" sz="2200" dirty="0"/>
              <a:t> over time.  </a:t>
            </a:r>
          </a:p>
          <a:p>
            <a:r>
              <a:rPr lang="en-US" sz="2200" dirty="0">
                <a:solidFill>
                  <a:srgbClr val="FF0000"/>
                </a:solidFill>
              </a:rPr>
              <a:t>Skip lists </a:t>
            </a:r>
            <a:r>
              <a:rPr lang="en-US" sz="2200" dirty="0"/>
              <a:t>handle them by maintaining </a:t>
            </a:r>
            <a:r>
              <a:rPr lang="en-US" sz="2200" dirty="0">
                <a:solidFill>
                  <a:srgbClr val="0000FF"/>
                </a:solidFill>
              </a:rPr>
              <a:t>roughly</a:t>
            </a:r>
            <a:r>
              <a:rPr lang="en-US" sz="2200" dirty="0"/>
              <a:t> this structure.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D8D7FF-07B2-F998-EDC5-00E684D609D1}"/>
              </a:ext>
            </a:extLst>
          </p:cNvPr>
          <p:cNvGrpSpPr/>
          <p:nvPr/>
        </p:nvGrpSpPr>
        <p:grpSpPr>
          <a:xfrm>
            <a:off x="1259632" y="3356992"/>
            <a:ext cx="6219800" cy="2370584"/>
            <a:chOff x="152400" y="2362200"/>
            <a:chExt cx="8915400" cy="3581400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7B001C0E-4E4E-1A7C-24E0-042CCC3CC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644BC234-FBC1-AD24-7211-81FCFABD4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23</a:t>
              </a:r>
            </a:p>
          </p:txBody>
        </p:sp>
        <p:cxnSp>
          <p:nvCxnSpPr>
            <p:cNvPr id="8" name="AutoShape 6">
              <a:extLst>
                <a:ext uri="{FF2B5EF4-FFF2-40B4-BE49-F238E27FC236}">
                  <a16:creationId xmlns:a16="http://schemas.microsoft.com/office/drawing/2014/main" id="{ADF5ACC7-B35C-F58E-BBC6-78EB7B939333}"/>
                </a:ext>
              </a:extLst>
            </p:cNvPr>
            <p:cNvCxnSpPr>
              <a:cxnSpLocks noChangeShapeType="1"/>
              <a:stCxn id="5" idx="3"/>
              <a:endCxn id="7" idx="1"/>
            </p:cNvCxnSpPr>
            <p:nvPr/>
          </p:nvCxnSpPr>
          <p:spPr bwMode="auto">
            <a:xfrm>
              <a:off x="762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6ED1C6CB-F754-B95E-FA57-6055539B9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16" name="AutoShape 8">
              <a:extLst>
                <a:ext uri="{FF2B5EF4-FFF2-40B4-BE49-F238E27FC236}">
                  <a16:creationId xmlns:a16="http://schemas.microsoft.com/office/drawing/2014/main" id="{A475CE49-69F0-6455-8267-731558F3CC7A}"/>
                </a:ext>
              </a:extLst>
            </p:cNvPr>
            <p:cNvCxnSpPr>
              <a:cxnSpLocks noChangeShapeType="1"/>
              <a:stCxn id="7" idx="3"/>
              <a:endCxn id="15" idx="1"/>
            </p:cNvCxnSpPr>
            <p:nvPr/>
          </p:nvCxnSpPr>
          <p:spPr bwMode="auto">
            <a:xfrm>
              <a:off x="1752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AutoShape 9">
              <a:extLst>
                <a:ext uri="{FF2B5EF4-FFF2-40B4-BE49-F238E27FC236}">
                  <a16:creationId xmlns:a16="http://schemas.microsoft.com/office/drawing/2014/main" id="{4F3BB82C-BEAE-89C9-3BAC-8B753F1D2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42</a:t>
              </a:r>
            </a:p>
          </p:txBody>
        </p:sp>
        <p:cxnSp>
          <p:nvCxnSpPr>
            <p:cNvPr id="20" name="AutoShape 10">
              <a:extLst>
                <a:ext uri="{FF2B5EF4-FFF2-40B4-BE49-F238E27FC236}">
                  <a16:creationId xmlns:a16="http://schemas.microsoft.com/office/drawing/2014/main" id="{976F5FA0-F2F9-1E32-D87C-556DBB9F216F}"/>
                </a:ext>
              </a:extLst>
            </p:cNvPr>
            <p:cNvCxnSpPr>
              <a:cxnSpLocks noChangeShapeType="1"/>
              <a:stCxn id="15" idx="3"/>
              <a:endCxn id="17" idx="1"/>
            </p:cNvCxnSpPr>
            <p:nvPr/>
          </p:nvCxnSpPr>
          <p:spPr bwMode="auto">
            <a:xfrm>
              <a:off x="2743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AutoShape 11">
              <a:extLst>
                <a:ext uri="{FF2B5EF4-FFF2-40B4-BE49-F238E27FC236}">
                  <a16:creationId xmlns:a16="http://schemas.microsoft.com/office/drawing/2014/main" id="{468E2937-8B6F-7BD1-FAEC-C191D2562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sp>
          <p:nvSpPr>
            <p:cNvPr id="26" name="AutoShape 12">
              <a:extLst>
                <a:ext uri="{FF2B5EF4-FFF2-40B4-BE49-F238E27FC236}">
                  <a16:creationId xmlns:a16="http://schemas.microsoft.com/office/drawing/2014/main" id="{679026DB-9D40-7869-0537-4374BFED3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59</a:t>
              </a:r>
            </a:p>
          </p:txBody>
        </p:sp>
        <p:sp>
          <p:nvSpPr>
            <p:cNvPr id="31" name="AutoShape 13">
              <a:extLst>
                <a:ext uri="{FF2B5EF4-FFF2-40B4-BE49-F238E27FC236}">
                  <a16:creationId xmlns:a16="http://schemas.microsoft.com/office/drawing/2014/main" id="{4973AC87-4577-F221-549E-8E3DCF56F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66</a:t>
              </a:r>
            </a:p>
          </p:txBody>
        </p:sp>
        <p:sp>
          <p:nvSpPr>
            <p:cNvPr id="32" name="AutoShape 14">
              <a:extLst>
                <a:ext uri="{FF2B5EF4-FFF2-40B4-BE49-F238E27FC236}">
                  <a16:creationId xmlns:a16="http://schemas.microsoft.com/office/drawing/2014/main" id="{A1E9EA49-2A12-5218-80D6-A679D7346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72</a:t>
              </a:r>
            </a:p>
          </p:txBody>
        </p:sp>
        <p:cxnSp>
          <p:nvCxnSpPr>
            <p:cNvPr id="33" name="AutoShape 15">
              <a:extLst>
                <a:ext uri="{FF2B5EF4-FFF2-40B4-BE49-F238E27FC236}">
                  <a16:creationId xmlns:a16="http://schemas.microsoft.com/office/drawing/2014/main" id="{20F9F9F4-D558-0CC8-5C44-136CA814D37B}"/>
                </a:ext>
              </a:extLst>
            </p:cNvPr>
            <p:cNvCxnSpPr>
              <a:cxnSpLocks noChangeShapeType="1"/>
              <a:stCxn id="31" idx="3"/>
              <a:endCxn id="32" idx="1"/>
            </p:cNvCxnSpPr>
            <p:nvPr/>
          </p:nvCxnSpPr>
          <p:spPr bwMode="auto">
            <a:xfrm>
              <a:off x="6705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AutoShape 16">
              <a:extLst>
                <a:ext uri="{FF2B5EF4-FFF2-40B4-BE49-F238E27FC236}">
                  <a16:creationId xmlns:a16="http://schemas.microsoft.com/office/drawing/2014/main" id="{01E13DBE-BFD0-ECBE-E8E4-AAF942F02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51" name="AutoShape 17">
              <a:extLst>
                <a:ext uri="{FF2B5EF4-FFF2-40B4-BE49-F238E27FC236}">
                  <a16:creationId xmlns:a16="http://schemas.microsoft.com/office/drawing/2014/main" id="{B96DCB17-8EC5-884D-35ED-820187CD4E06}"/>
                </a:ext>
              </a:extLst>
            </p:cNvPr>
            <p:cNvCxnSpPr>
              <a:cxnSpLocks noChangeShapeType="1"/>
              <a:stCxn id="32" idx="3"/>
              <a:endCxn id="34" idx="1"/>
            </p:cNvCxnSpPr>
            <p:nvPr/>
          </p:nvCxnSpPr>
          <p:spPr bwMode="auto">
            <a:xfrm>
              <a:off x="7696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AutoShape 18">
              <a:extLst>
                <a:ext uri="{FF2B5EF4-FFF2-40B4-BE49-F238E27FC236}">
                  <a16:creationId xmlns:a16="http://schemas.microsoft.com/office/drawing/2014/main" id="{E4A1E508-6D61-7FF1-05B0-CB6B9138FE11}"/>
                </a:ext>
              </a:extLst>
            </p:cNvPr>
            <p:cNvCxnSpPr>
              <a:cxnSpLocks noChangeShapeType="1"/>
              <a:stCxn id="34" idx="3"/>
            </p:cNvCxnSpPr>
            <p:nvPr/>
          </p:nvCxnSpPr>
          <p:spPr bwMode="auto">
            <a:xfrm>
              <a:off x="8686800" y="56388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3" name="AutoShape 19">
              <a:extLst>
                <a:ext uri="{FF2B5EF4-FFF2-40B4-BE49-F238E27FC236}">
                  <a16:creationId xmlns:a16="http://schemas.microsoft.com/office/drawing/2014/main" id="{AC46F0C5-9307-0017-A948-2EDCD4CB0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54" name="AutoShape 20">
              <a:extLst>
                <a:ext uri="{FF2B5EF4-FFF2-40B4-BE49-F238E27FC236}">
                  <a16:creationId xmlns:a16="http://schemas.microsoft.com/office/drawing/2014/main" id="{600F0BA0-8A7E-DBC3-623B-267943E96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sp>
          <p:nvSpPr>
            <p:cNvPr id="55" name="AutoShape 21">
              <a:extLst>
                <a:ext uri="{FF2B5EF4-FFF2-40B4-BE49-F238E27FC236}">
                  <a16:creationId xmlns:a16="http://schemas.microsoft.com/office/drawing/2014/main" id="{C05B3C48-99C1-AA64-6480-51B9CD829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66</a:t>
              </a:r>
            </a:p>
          </p:txBody>
        </p:sp>
        <p:cxnSp>
          <p:nvCxnSpPr>
            <p:cNvPr id="56" name="AutoShape 22">
              <a:extLst>
                <a:ext uri="{FF2B5EF4-FFF2-40B4-BE49-F238E27FC236}">
                  <a16:creationId xmlns:a16="http://schemas.microsoft.com/office/drawing/2014/main" id="{F211B1B2-8ACF-8655-2EFA-B07A32B56BC0}"/>
                </a:ext>
              </a:extLst>
            </p:cNvPr>
            <p:cNvCxnSpPr>
              <a:cxnSpLocks noChangeShapeType="1"/>
              <a:stCxn id="55" idx="3"/>
              <a:endCxn id="68" idx="1"/>
            </p:cNvCxnSpPr>
            <p:nvPr/>
          </p:nvCxnSpPr>
          <p:spPr bwMode="auto">
            <a:xfrm>
              <a:off x="67056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AutoShape 23">
              <a:extLst>
                <a:ext uri="{FF2B5EF4-FFF2-40B4-BE49-F238E27FC236}">
                  <a16:creationId xmlns:a16="http://schemas.microsoft.com/office/drawing/2014/main" id="{39C4E1FF-32E3-3AB9-A8FC-22F9DAC0B05D}"/>
                </a:ext>
              </a:extLst>
            </p:cNvPr>
            <p:cNvCxnSpPr>
              <a:cxnSpLocks noChangeShapeType="1"/>
              <a:stCxn id="53" idx="2"/>
              <a:endCxn id="5" idx="0"/>
            </p:cNvCxnSpPr>
            <p:nvPr/>
          </p:nvCxnSpPr>
          <p:spPr bwMode="auto">
            <a:xfrm>
              <a:off x="4572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AutoShape 24">
              <a:extLst>
                <a:ext uri="{FF2B5EF4-FFF2-40B4-BE49-F238E27FC236}">
                  <a16:creationId xmlns:a16="http://schemas.microsoft.com/office/drawing/2014/main" id="{DD242152-1DA5-994F-5A5A-786DE8FBA8CE}"/>
                </a:ext>
              </a:extLst>
            </p:cNvPr>
            <p:cNvCxnSpPr>
              <a:cxnSpLocks noChangeShapeType="1"/>
              <a:stCxn id="55" idx="2"/>
              <a:endCxn id="31" idx="0"/>
            </p:cNvCxnSpPr>
            <p:nvPr/>
          </p:nvCxnSpPr>
          <p:spPr bwMode="auto">
            <a:xfrm>
              <a:off x="64008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AutoShape 25">
              <a:extLst>
                <a:ext uri="{FF2B5EF4-FFF2-40B4-BE49-F238E27FC236}">
                  <a16:creationId xmlns:a16="http://schemas.microsoft.com/office/drawing/2014/main" id="{D7F28596-9266-84CD-8135-46F5EDE155A2}"/>
                </a:ext>
              </a:extLst>
            </p:cNvPr>
            <p:cNvCxnSpPr>
              <a:cxnSpLocks noChangeShapeType="1"/>
              <a:stCxn id="53" idx="3"/>
              <a:endCxn id="54" idx="1"/>
            </p:cNvCxnSpPr>
            <p:nvPr/>
          </p:nvCxnSpPr>
          <p:spPr bwMode="auto">
            <a:xfrm>
              <a:off x="7620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AutoShape 26">
              <a:extLst>
                <a:ext uri="{FF2B5EF4-FFF2-40B4-BE49-F238E27FC236}">
                  <a16:creationId xmlns:a16="http://schemas.microsoft.com/office/drawing/2014/main" id="{33629F2C-F4AA-DDE4-48BE-6AA16DEA2C34}"/>
                </a:ext>
              </a:extLst>
            </p:cNvPr>
            <p:cNvCxnSpPr>
              <a:cxnSpLocks noChangeShapeType="1"/>
              <a:stCxn id="54" idx="3"/>
              <a:endCxn id="65" idx="1"/>
            </p:cNvCxnSpPr>
            <p:nvPr/>
          </p:nvCxnSpPr>
          <p:spPr bwMode="auto">
            <a:xfrm>
              <a:off x="27432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" name="AutoShape 27">
              <a:extLst>
                <a:ext uri="{FF2B5EF4-FFF2-40B4-BE49-F238E27FC236}">
                  <a16:creationId xmlns:a16="http://schemas.microsoft.com/office/drawing/2014/main" id="{A73DA8E4-EE26-68D8-72A3-A74F17F9B286}"/>
                </a:ext>
              </a:extLst>
            </p:cNvPr>
            <p:cNvCxnSpPr>
              <a:cxnSpLocks noChangeShapeType="1"/>
              <a:stCxn id="54" idx="2"/>
              <a:endCxn id="15" idx="0"/>
            </p:cNvCxnSpPr>
            <p:nvPr/>
          </p:nvCxnSpPr>
          <p:spPr bwMode="auto">
            <a:xfrm>
              <a:off x="24384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AutoShape 28">
              <a:extLst>
                <a:ext uri="{FF2B5EF4-FFF2-40B4-BE49-F238E27FC236}">
                  <a16:creationId xmlns:a16="http://schemas.microsoft.com/office/drawing/2014/main" id="{ED7D4740-3E18-5CE1-D75D-9E7683AEC051}"/>
                </a:ext>
              </a:extLst>
            </p:cNvPr>
            <p:cNvCxnSpPr>
              <a:cxnSpLocks noChangeShapeType="1"/>
              <a:stCxn id="17" idx="3"/>
              <a:endCxn id="21" idx="1"/>
            </p:cNvCxnSpPr>
            <p:nvPr/>
          </p:nvCxnSpPr>
          <p:spPr bwMode="auto">
            <a:xfrm>
              <a:off x="37338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AutoShape 29">
              <a:extLst>
                <a:ext uri="{FF2B5EF4-FFF2-40B4-BE49-F238E27FC236}">
                  <a16:creationId xmlns:a16="http://schemas.microsoft.com/office/drawing/2014/main" id="{49E63E24-AA75-B46F-412A-C426BBACF2E6}"/>
                </a:ext>
              </a:extLst>
            </p:cNvPr>
            <p:cNvCxnSpPr>
              <a:cxnSpLocks noChangeShapeType="1"/>
              <a:stCxn id="21" idx="3"/>
              <a:endCxn id="26" idx="1"/>
            </p:cNvCxnSpPr>
            <p:nvPr/>
          </p:nvCxnSpPr>
          <p:spPr bwMode="auto">
            <a:xfrm>
              <a:off x="47244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AutoShape 30">
              <a:extLst>
                <a:ext uri="{FF2B5EF4-FFF2-40B4-BE49-F238E27FC236}">
                  <a16:creationId xmlns:a16="http://schemas.microsoft.com/office/drawing/2014/main" id="{09F5C0B5-6325-15CC-A8B6-1717B6B48BF3}"/>
                </a:ext>
              </a:extLst>
            </p:cNvPr>
            <p:cNvCxnSpPr>
              <a:cxnSpLocks noChangeShapeType="1"/>
              <a:stCxn id="26" idx="3"/>
              <a:endCxn id="31" idx="1"/>
            </p:cNvCxnSpPr>
            <p:nvPr/>
          </p:nvCxnSpPr>
          <p:spPr bwMode="auto">
            <a:xfrm>
              <a:off x="5715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5" name="AutoShape 46">
              <a:extLst>
                <a:ext uri="{FF2B5EF4-FFF2-40B4-BE49-F238E27FC236}">
                  <a16:creationId xmlns:a16="http://schemas.microsoft.com/office/drawing/2014/main" id="{BDA53DCD-E451-8344-504E-FF84C8DB6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66" name="AutoShape 47">
              <a:extLst>
                <a:ext uri="{FF2B5EF4-FFF2-40B4-BE49-F238E27FC236}">
                  <a16:creationId xmlns:a16="http://schemas.microsoft.com/office/drawing/2014/main" id="{0E452CE4-0F88-66D1-D9BD-1AE1C845387E}"/>
                </a:ext>
              </a:extLst>
            </p:cNvPr>
            <p:cNvCxnSpPr>
              <a:cxnSpLocks noChangeShapeType="1"/>
              <a:stCxn id="65" idx="3"/>
              <a:endCxn id="55" idx="1"/>
            </p:cNvCxnSpPr>
            <p:nvPr/>
          </p:nvCxnSpPr>
          <p:spPr bwMode="auto">
            <a:xfrm>
              <a:off x="47244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AutoShape 48">
              <a:extLst>
                <a:ext uri="{FF2B5EF4-FFF2-40B4-BE49-F238E27FC236}">
                  <a16:creationId xmlns:a16="http://schemas.microsoft.com/office/drawing/2014/main" id="{EE1254C6-BE63-FEF3-992E-B94F542596FE}"/>
                </a:ext>
              </a:extLst>
            </p:cNvPr>
            <p:cNvCxnSpPr>
              <a:cxnSpLocks noChangeShapeType="1"/>
              <a:stCxn id="65" idx="2"/>
              <a:endCxn id="21" idx="0"/>
            </p:cNvCxnSpPr>
            <p:nvPr/>
          </p:nvCxnSpPr>
          <p:spPr bwMode="auto">
            <a:xfrm>
              <a:off x="44196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8" name="AutoShape 49">
              <a:extLst>
                <a:ext uri="{FF2B5EF4-FFF2-40B4-BE49-F238E27FC236}">
                  <a16:creationId xmlns:a16="http://schemas.microsoft.com/office/drawing/2014/main" id="{CEB4184A-5B6F-DFF2-60B7-5E38C9B7C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69" name="AutoShape 50">
              <a:extLst>
                <a:ext uri="{FF2B5EF4-FFF2-40B4-BE49-F238E27FC236}">
                  <a16:creationId xmlns:a16="http://schemas.microsoft.com/office/drawing/2014/main" id="{DA699636-EBF0-EB79-6632-7C80A53E555D}"/>
                </a:ext>
              </a:extLst>
            </p:cNvPr>
            <p:cNvCxnSpPr>
              <a:cxnSpLocks noChangeShapeType="1"/>
              <a:stCxn id="68" idx="2"/>
              <a:endCxn id="34" idx="0"/>
            </p:cNvCxnSpPr>
            <p:nvPr/>
          </p:nvCxnSpPr>
          <p:spPr bwMode="auto">
            <a:xfrm>
              <a:off x="83820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0" name="AutoShape 51">
              <a:extLst>
                <a:ext uri="{FF2B5EF4-FFF2-40B4-BE49-F238E27FC236}">
                  <a16:creationId xmlns:a16="http://schemas.microsoft.com/office/drawing/2014/main" id="{AC5FCB9E-E619-A119-E42D-998298304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cxnSp>
          <p:nvCxnSpPr>
            <p:cNvPr id="71" name="AutoShape 52">
              <a:extLst>
                <a:ext uri="{FF2B5EF4-FFF2-40B4-BE49-F238E27FC236}">
                  <a16:creationId xmlns:a16="http://schemas.microsoft.com/office/drawing/2014/main" id="{EFC6CFF2-D1A2-F1CA-D59E-3C18D85869FA}"/>
                </a:ext>
              </a:extLst>
            </p:cNvPr>
            <p:cNvCxnSpPr>
              <a:cxnSpLocks noChangeShapeType="1"/>
              <a:stCxn id="70" idx="2"/>
              <a:endCxn id="53" idx="0"/>
            </p:cNvCxnSpPr>
            <p:nvPr/>
          </p:nvCxnSpPr>
          <p:spPr bwMode="auto">
            <a:xfrm>
              <a:off x="4572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2" name="AutoShape 53">
              <a:extLst>
                <a:ext uri="{FF2B5EF4-FFF2-40B4-BE49-F238E27FC236}">
                  <a16:creationId xmlns:a16="http://schemas.microsoft.com/office/drawing/2014/main" id="{29896E7D-122B-88AD-68F7-5199B08B8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73" name="AutoShape 54">
              <a:extLst>
                <a:ext uri="{FF2B5EF4-FFF2-40B4-BE49-F238E27FC236}">
                  <a16:creationId xmlns:a16="http://schemas.microsoft.com/office/drawing/2014/main" id="{BB5F5EAF-CC35-B0CC-FE81-F6EA0BF032E6}"/>
                </a:ext>
              </a:extLst>
            </p:cNvPr>
            <p:cNvCxnSpPr>
              <a:cxnSpLocks noChangeShapeType="1"/>
              <a:stCxn id="72" idx="2"/>
              <a:endCxn id="65" idx="0"/>
            </p:cNvCxnSpPr>
            <p:nvPr/>
          </p:nvCxnSpPr>
          <p:spPr bwMode="auto">
            <a:xfrm>
              <a:off x="44196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4" name="AutoShape 55">
              <a:extLst>
                <a:ext uri="{FF2B5EF4-FFF2-40B4-BE49-F238E27FC236}">
                  <a16:creationId xmlns:a16="http://schemas.microsoft.com/office/drawing/2014/main" id="{1275487A-1E99-2157-F991-C752D86E6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75" name="AutoShape 56">
              <a:extLst>
                <a:ext uri="{FF2B5EF4-FFF2-40B4-BE49-F238E27FC236}">
                  <a16:creationId xmlns:a16="http://schemas.microsoft.com/office/drawing/2014/main" id="{106646D3-C51C-32C0-26F1-FDC6BE3B764B}"/>
                </a:ext>
              </a:extLst>
            </p:cNvPr>
            <p:cNvCxnSpPr>
              <a:cxnSpLocks noChangeShapeType="1"/>
              <a:stCxn id="74" idx="2"/>
              <a:endCxn id="68" idx="0"/>
            </p:cNvCxnSpPr>
            <p:nvPr/>
          </p:nvCxnSpPr>
          <p:spPr bwMode="auto">
            <a:xfrm>
              <a:off x="83820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AutoShape 57">
              <a:extLst>
                <a:ext uri="{FF2B5EF4-FFF2-40B4-BE49-F238E27FC236}">
                  <a16:creationId xmlns:a16="http://schemas.microsoft.com/office/drawing/2014/main" id="{5D05E629-846B-A5AA-E864-3804926D8113}"/>
                </a:ext>
              </a:extLst>
            </p:cNvPr>
            <p:cNvCxnSpPr>
              <a:cxnSpLocks noChangeShapeType="1"/>
              <a:stCxn id="70" idx="3"/>
              <a:endCxn id="72" idx="1"/>
            </p:cNvCxnSpPr>
            <p:nvPr/>
          </p:nvCxnSpPr>
          <p:spPr bwMode="auto">
            <a:xfrm>
              <a:off x="7620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AutoShape 58">
              <a:extLst>
                <a:ext uri="{FF2B5EF4-FFF2-40B4-BE49-F238E27FC236}">
                  <a16:creationId xmlns:a16="http://schemas.microsoft.com/office/drawing/2014/main" id="{0827ED51-F99D-7E99-0BA3-FBB8F242691E}"/>
                </a:ext>
              </a:extLst>
            </p:cNvPr>
            <p:cNvCxnSpPr>
              <a:cxnSpLocks noChangeShapeType="1"/>
              <a:stCxn id="72" idx="3"/>
              <a:endCxn id="74" idx="1"/>
            </p:cNvCxnSpPr>
            <p:nvPr/>
          </p:nvCxnSpPr>
          <p:spPr bwMode="auto">
            <a:xfrm>
              <a:off x="47244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" name="AutoShape 59">
              <a:extLst>
                <a:ext uri="{FF2B5EF4-FFF2-40B4-BE49-F238E27FC236}">
                  <a16:creationId xmlns:a16="http://schemas.microsoft.com/office/drawing/2014/main" id="{113A4FAE-13FB-03D6-3103-DC2B091D4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79" name="AutoShape 60">
              <a:extLst>
                <a:ext uri="{FF2B5EF4-FFF2-40B4-BE49-F238E27FC236}">
                  <a16:creationId xmlns:a16="http://schemas.microsoft.com/office/drawing/2014/main" id="{0A1BFE7D-96D4-64F5-0174-D9E61FF73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80" name="AutoShape 61">
              <a:extLst>
                <a:ext uri="{FF2B5EF4-FFF2-40B4-BE49-F238E27FC236}">
                  <a16:creationId xmlns:a16="http://schemas.microsoft.com/office/drawing/2014/main" id="{932A8156-1919-2004-464E-08B2DD4F2E57}"/>
                </a:ext>
              </a:extLst>
            </p:cNvPr>
            <p:cNvCxnSpPr>
              <a:cxnSpLocks noChangeShapeType="1"/>
              <a:stCxn id="78" idx="3"/>
              <a:endCxn id="79" idx="1"/>
            </p:cNvCxnSpPr>
            <p:nvPr/>
          </p:nvCxnSpPr>
          <p:spPr bwMode="auto">
            <a:xfrm>
              <a:off x="762000" y="2667000"/>
              <a:ext cx="7315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AutoShape 62">
              <a:extLst>
                <a:ext uri="{FF2B5EF4-FFF2-40B4-BE49-F238E27FC236}">
                  <a16:creationId xmlns:a16="http://schemas.microsoft.com/office/drawing/2014/main" id="{41A553E9-4132-E7F0-22C5-0164EC2B3CF1}"/>
                </a:ext>
              </a:extLst>
            </p:cNvPr>
            <p:cNvCxnSpPr>
              <a:cxnSpLocks noChangeShapeType="1"/>
              <a:stCxn id="78" idx="2"/>
              <a:endCxn id="70" idx="0"/>
            </p:cNvCxnSpPr>
            <p:nvPr/>
          </p:nvCxnSpPr>
          <p:spPr bwMode="auto">
            <a:xfrm>
              <a:off x="4572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63">
              <a:extLst>
                <a:ext uri="{FF2B5EF4-FFF2-40B4-BE49-F238E27FC236}">
                  <a16:creationId xmlns:a16="http://schemas.microsoft.com/office/drawing/2014/main" id="{124F4861-BFF5-3F63-6F70-34B17DC89789}"/>
                </a:ext>
              </a:extLst>
            </p:cNvPr>
            <p:cNvCxnSpPr>
              <a:cxnSpLocks noChangeShapeType="1"/>
              <a:stCxn id="79" idx="2"/>
              <a:endCxn id="74" idx="0"/>
            </p:cNvCxnSpPr>
            <p:nvPr/>
          </p:nvCxnSpPr>
          <p:spPr bwMode="auto">
            <a:xfrm>
              <a:off x="83820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AutoShape 64">
              <a:extLst>
                <a:ext uri="{FF2B5EF4-FFF2-40B4-BE49-F238E27FC236}">
                  <a16:creationId xmlns:a16="http://schemas.microsoft.com/office/drawing/2014/main" id="{9758A259-D66F-50A0-15B8-6A616C942392}"/>
                </a:ext>
              </a:extLst>
            </p:cNvPr>
            <p:cNvCxnSpPr>
              <a:cxnSpLocks noChangeShapeType="1"/>
              <a:stCxn id="68" idx="3"/>
            </p:cNvCxnSpPr>
            <p:nvPr/>
          </p:nvCxnSpPr>
          <p:spPr bwMode="auto">
            <a:xfrm>
              <a:off x="8686800" y="46482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AutoShape 65">
              <a:extLst>
                <a:ext uri="{FF2B5EF4-FFF2-40B4-BE49-F238E27FC236}">
                  <a16:creationId xmlns:a16="http://schemas.microsoft.com/office/drawing/2014/main" id="{3D7C997F-A1B5-EF3A-29A8-B46791E36D29}"/>
                </a:ext>
              </a:extLst>
            </p:cNvPr>
            <p:cNvCxnSpPr>
              <a:cxnSpLocks noChangeShapeType="1"/>
              <a:stCxn id="74" idx="3"/>
            </p:cNvCxnSpPr>
            <p:nvPr/>
          </p:nvCxnSpPr>
          <p:spPr bwMode="auto">
            <a:xfrm>
              <a:off x="8686800" y="36576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AutoShape 66">
              <a:extLst>
                <a:ext uri="{FF2B5EF4-FFF2-40B4-BE49-F238E27FC236}">
                  <a16:creationId xmlns:a16="http://schemas.microsoft.com/office/drawing/2014/main" id="{279024B8-F7F5-1486-5DB1-75F87B6178E2}"/>
                </a:ext>
              </a:extLst>
            </p:cNvPr>
            <p:cNvCxnSpPr>
              <a:cxnSpLocks noChangeShapeType="1"/>
              <a:stCxn id="79" idx="3"/>
            </p:cNvCxnSpPr>
            <p:nvPr/>
          </p:nvCxnSpPr>
          <p:spPr bwMode="auto">
            <a:xfrm>
              <a:off x="8686800" y="26670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354651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Delete in skip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</p:spPr>
            <p:txBody>
              <a:bodyPr/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DELETE(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):</a:t>
                </a:r>
                <a:r>
                  <a:rPr lang="en-US" sz="2200" dirty="0"/>
                  <a:t> when deleting an element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, </a:t>
                </a:r>
                <a:r>
                  <a:rPr lang="en-US" sz="2200" dirty="0">
                    <a:solidFill>
                      <a:srgbClr val="0000FF"/>
                    </a:solidFill>
                  </a:rPr>
                  <a:t>delete it from all lists containing it</a:t>
                </a:r>
                <a:r>
                  <a:rPr lang="en-US" sz="220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  <a:blipFill>
                <a:blip r:embed="rId2"/>
                <a:stretch>
                  <a:fillRect l="-148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74D8D7FF-07B2-F998-EDC5-00E684D609D1}"/>
              </a:ext>
            </a:extLst>
          </p:cNvPr>
          <p:cNvGrpSpPr/>
          <p:nvPr/>
        </p:nvGrpSpPr>
        <p:grpSpPr>
          <a:xfrm>
            <a:off x="1259632" y="3356992"/>
            <a:ext cx="6219800" cy="2370584"/>
            <a:chOff x="152400" y="2362200"/>
            <a:chExt cx="8915400" cy="3581400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7B001C0E-4E4E-1A7C-24E0-042CCC3CC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644BC234-FBC1-AD24-7211-81FCFABD4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23</a:t>
              </a:r>
            </a:p>
          </p:txBody>
        </p:sp>
        <p:cxnSp>
          <p:nvCxnSpPr>
            <p:cNvPr id="8" name="AutoShape 6">
              <a:extLst>
                <a:ext uri="{FF2B5EF4-FFF2-40B4-BE49-F238E27FC236}">
                  <a16:creationId xmlns:a16="http://schemas.microsoft.com/office/drawing/2014/main" id="{ADF5ACC7-B35C-F58E-BBC6-78EB7B939333}"/>
                </a:ext>
              </a:extLst>
            </p:cNvPr>
            <p:cNvCxnSpPr>
              <a:cxnSpLocks noChangeShapeType="1"/>
              <a:stCxn id="5" idx="3"/>
              <a:endCxn id="7" idx="1"/>
            </p:cNvCxnSpPr>
            <p:nvPr/>
          </p:nvCxnSpPr>
          <p:spPr bwMode="auto">
            <a:xfrm>
              <a:off x="762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6ED1C6CB-F754-B95E-FA57-6055539B9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16" name="AutoShape 8">
              <a:extLst>
                <a:ext uri="{FF2B5EF4-FFF2-40B4-BE49-F238E27FC236}">
                  <a16:creationId xmlns:a16="http://schemas.microsoft.com/office/drawing/2014/main" id="{A475CE49-69F0-6455-8267-731558F3CC7A}"/>
                </a:ext>
              </a:extLst>
            </p:cNvPr>
            <p:cNvCxnSpPr>
              <a:cxnSpLocks noChangeShapeType="1"/>
              <a:stCxn id="7" idx="3"/>
              <a:endCxn id="15" idx="1"/>
            </p:cNvCxnSpPr>
            <p:nvPr/>
          </p:nvCxnSpPr>
          <p:spPr bwMode="auto">
            <a:xfrm>
              <a:off x="1752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AutoShape 9">
              <a:extLst>
                <a:ext uri="{FF2B5EF4-FFF2-40B4-BE49-F238E27FC236}">
                  <a16:creationId xmlns:a16="http://schemas.microsoft.com/office/drawing/2014/main" id="{4F3BB82C-BEAE-89C9-3BAC-8B753F1D2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42</a:t>
              </a:r>
            </a:p>
          </p:txBody>
        </p:sp>
        <p:cxnSp>
          <p:nvCxnSpPr>
            <p:cNvPr id="20" name="AutoShape 10">
              <a:extLst>
                <a:ext uri="{FF2B5EF4-FFF2-40B4-BE49-F238E27FC236}">
                  <a16:creationId xmlns:a16="http://schemas.microsoft.com/office/drawing/2014/main" id="{976F5FA0-F2F9-1E32-D87C-556DBB9F216F}"/>
                </a:ext>
              </a:extLst>
            </p:cNvPr>
            <p:cNvCxnSpPr>
              <a:cxnSpLocks noChangeShapeType="1"/>
              <a:stCxn id="15" idx="3"/>
              <a:endCxn id="17" idx="1"/>
            </p:cNvCxnSpPr>
            <p:nvPr/>
          </p:nvCxnSpPr>
          <p:spPr bwMode="auto">
            <a:xfrm>
              <a:off x="2743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AutoShape 11">
              <a:extLst>
                <a:ext uri="{FF2B5EF4-FFF2-40B4-BE49-F238E27FC236}">
                  <a16:creationId xmlns:a16="http://schemas.microsoft.com/office/drawing/2014/main" id="{468E2937-8B6F-7BD1-FAEC-C191D2562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sp>
          <p:nvSpPr>
            <p:cNvPr id="26" name="AutoShape 12">
              <a:extLst>
                <a:ext uri="{FF2B5EF4-FFF2-40B4-BE49-F238E27FC236}">
                  <a16:creationId xmlns:a16="http://schemas.microsoft.com/office/drawing/2014/main" id="{679026DB-9D40-7869-0537-4374BFED3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59</a:t>
              </a:r>
            </a:p>
          </p:txBody>
        </p:sp>
        <p:sp>
          <p:nvSpPr>
            <p:cNvPr id="31" name="AutoShape 13">
              <a:extLst>
                <a:ext uri="{FF2B5EF4-FFF2-40B4-BE49-F238E27FC236}">
                  <a16:creationId xmlns:a16="http://schemas.microsoft.com/office/drawing/2014/main" id="{4973AC87-4577-F221-549E-8E3DCF56F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66</a:t>
              </a:r>
            </a:p>
          </p:txBody>
        </p:sp>
        <p:sp>
          <p:nvSpPr>
            <p:cNvPr id="32" name="AutoShape 14">
              <a:extLst>
                <a:ext uri="{FF2B5EF4-FFF2-40B4-BE49-F238E27FC236}">
                  <a16:creationId xmlns:a16="http://schemas.microsoft.com/office/drawing/2014/main" id="{A1E9EA49-2A12-5218-80D6-A679D7346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72</a:t>
              </a:r>
            </a:p>
          </p:txBody>
        </p:sp>
        <p:cxnSp>
          <p:nvCxnSpPr>
            <p:cNvPr id="33" name="AutoShape 15">
              <a:extLst>
                <a:ext uri="{FF2B5EF4-FFF2-40B4-BE49-F238E27FC236}">
                  <a16:creationId xmlns:a16="http://schemas.microsoft.com/office/drawing/2014/main" id="{20F9F9F4-D558-0CC8-5C44-136CA814D37B}"/>
                </a:ext>
              </a:extLst>
            </p:cNvPr>
            <p:cNvCxnSpPr>
              <a:cxnSpLocks noChangeShapeType="1"/>
              <a:stCxn id="31" idx="3"/>
              <a:endCxn id="32" idx="1"/>
            </p:cNvCxnSpPr>
            <p:nvPr/>
          </p:nvCxnSpPr>
          <p:spPr bwMode="auto">
            <a:xfrm>
              <a:off x="6705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AutoShape 16">
              <a:extLst>
                <a:ext uri="{FF2B5EF4-FFF2-40B4-BE49-F238E27FC236}">
                  <a16:creationId xmlns:a16="http://schemas.microsoft.com/office/drawing/2014/main" id="{01E13DBE-BFD0-ECBE-E8E4-AAF942F02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51" name="AutoShape 17">
              <a:extLst>
                <a:ext uri="{FF2B5EF4-FFF2-40B4-BE49-F238E27FC236}">
                  <a16:creationId xmlns:a16="http://schemas.microsoft.com/office/drawing/2014/main" id="{B96DCB17-8EC5-884D-35ED-820187CD4E06}"/>
                </a:ext>
              </a:extLst>
            </p:cNvPr>
            <p:cNvCxnSpPr>
              <a:cxnSpLocks noChangeShapeType="1"/>
              <a:stCxn id="32" idx="3"/>
              <a:endCxn id="34" idx="1"/>
            </p:cNvCxnSpPr>
            <p:nvPr/>
          </p:nvCxnSpPr>
          <p:spPr bwMode="auto">
            <a:xfrm>
              <a:off x="7696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AutoShape 18">
              <a:extLst>
                <a:ext uri="{FF2B5EF4-FFF2-40B4-BE49-F238E27FC236}">
                  <a16:creationId xmlns:a16="http://schemas.microsoft.com/office/drawing/2014/main" id="{E4A1E508-6D61-7FF1-05B0-CB6B9138FE11}"/>
                </a:ext>
              </a:extLst>
            </p:cNvPr>
            <p:cNvCxnSpPr>
              <a:cxnSpLocks noChangeShapeType="1"/>
              <a:stCxn id="34" idx="3"/>
            </p:cNvCxnSpPr>
            <p:nvPr/>
          </p:nvCxnSpPr>
          <p:spPr bwMode="auto">
            <a:xfrm>
              <a:off x="8686800" y="56388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3" name="AutoShape 19">
              <a:extLst>
                <a:ext uri="{FF2B5EF4-FFF2-40B4-BE49-F238E27FC236}">
                  <a16:creationId xmlns:a16="http://schemas.microsoft.com/office/drawing/2014/main" id="{AC46F0C5-9307-0017-A948-2EDCD4CB0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54" name="AutoShape 20">
              <a:extLst>
                <a:ext uri="{FF2B5EF4-FFF2-40B4-BE49-F238E27FC236}">
                  <a16:creationId xmlns:a16="http://schemas.microsoft.com/office/drawing/2014/main" id="{600F0BA0-8A7E-DBC3-623B-267943E96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sp>
          <p:nvSpPr>
            <p:cNvPr id="55" name="AutoShape 21">
              <a:extLst>
                <a:ext uri="{FF2B5EF4-FFF2-40B4-BE49-F238E27FC236}">
                  <a16:creationId xmlns:a16="http://schemas.microsoft.com/office/drawing/2014/main" id="{C05B3C48-99C1-AA64-6480-51B9CD829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66</a:t>
              </a:r>
            </a:p>
          </p:txBody>
        </p:sp>
        <p:cxnSp>
          <p:nvCxnSpPr>
            <p:cNvPr id="56" name="AutoShape 22">
              <a:extLst>
                <a:ext uri="{FF2B5EF4-FFF2-40B4-BE49-F238E27FC236}">
                  <a16:creationId xmlns:a16="http://schemas.microsoft.com/office/drawing/2014/main" id="{F211B1B2-8ACF-8655-2EFA-B07A32B56BC0}"/>
                </a:ext>
              </a:extLst>
            </p:cNvPr>
            <p:cNvCxnSpPr>
              <a:cxnSpLocks noChangeShapeType="1"/>
              <a:stCxn id="55" idx="3"/>
              <a:endCxn id="68" idx="1"/>
            </p:cNvCxnSpPr>
            <p:nvPr/>
          </p:nvCxnSpPr>
          <p:spPr bwMode="auto">
            <a:xfrm>
              <a:off x="67056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AutoShape 23">
              <a:extLst>
                <a:ext uri="{FF2B5EF4-FFF2-40B4-BE49-F238E27FC236}">
                  <a16:creationId xmlns:a16="http://schemas.microsoft.com/office/drawing/2014/main" id="{39C4E1FF-32E3-3AB9-A8FC-22F9DAC0B05D}"/>
                </a:ext>
              </a:extLst>
            </p:cNvPr>
            <p:cNvCxnSpPr>
              <a:cxnSpLocks noChangeShapeType="1"/>
              <a:stCxn id="53" idx="2"/>
              <a:endCxn id="5" idx="0"/>
            </p:cNvCxnSpPr>
            <p:nvPr/>
          </p:nvCxnSpPr>
          <p:spPr bwMode="auto">
            <a:xfrm>
              <a:off x="4572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AutoShape 24">
              <a:extLst>
                <a:ext uri="{FF2B5EF4-FFF2-40B4-BE49-F238E27FC236}">
                  <a16:creationId xmlns:a16="http://schemas.microsoft.com/office/drawing/2014/main" id="{DD242152-1DA5-994F-5A5A-786DE8FBA8CE}"/>
                </a:ext>
              </a:extLst>
            </p:cNvPr>
            <p:cNvCxnSpPr>
              <a:cxnSpLocks noChangeShapeType="1"/>
              <a:stCxn id="55" idx="2"/>
              <a:endCxn id="31" idx="0"/>
            </p:cNvCxnSpPr>
            <p:nvPr/>
          </p:nvCxnSpPr>
          <p:spPr bwMode="auto">
            <a:xfrm>
              <a:off x="64008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AutoShape 25">
              <a:extLst>
                <a:ext uri="{FF2B5EF4-FFF2-40B4-BE49-F238E27FC236}">
                  <a16:creationId xmlns:a16="http://schemas.microsoft.com/office/drawing/2014/main" id="{D7F28596-9266-84CD-8135-46F5EDE155A2}"/>
                </a:ext>
              </a:extLst>
            </p:cNvPr>
            <p:cNvCxnSpPr>
              <a:cxnSpLocks noChangeShapeType="1"/>
              <a:stCxn id="53" idx="3"/>
              <a:endCxn id="54" idx="1"/>
            </p:cNvCxnSpPr>
            <p:nvPr/>
          </p:nvCxnSpPr>
          <p:spPr bwMode="auto">
            <a:xfrm>
              <a:off x="7620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AutoShape 26">
              <a:extLst>
                <a:ext uri="{FF2B5EF4-FFF2-40B4-BE49-F238E27FC236}">
                  <a16:creationId xmlns:a16="http://schemas.microsoft.com/office/drawing/2014/main" id="{33629F2C-F4AA-DDE4-48BE-6AA16DEA2C34}"/>
                </a:ext>
              </a:extLst>
            </p:cNvPr>
            <p:cNvCxnSpPr>
              <a:cxnSpLocks noChangeShapeType="1"/>
              <a:stCxn id="54" idx="3"/>
              <a:endCxn id="65" idx="1"/>
            </p:cNvCxnSpPr>
            <p:nvPr/>
          </p:nvCxnSpPr>
          <p:spPr bwMode="auto">
            <a:xfrm>
              <a:off x="27432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" name="AutoShape 27">
              <a:extLst>
                <a:ext uri="{FF2B5EF4-FFF2-40B4-BE49-F238E27FC236}">
                  <a16:creationId xmlns:a16="http://schemas.microsoft.com/office/drawing/2014/main" id="{A73DA8E4-EE26-68D8-72A3-A74F17F9B286}"/>
                </a:ext>
              </a:extLst>
            </p:cNvPr>
            <p:cNvCxnSpPr>
              <a:cxnSpLocks noChangeShapeType="1"/>
              <a:stCxn id="54" idx="2"/>
              <a:endCxn id="15" idx="0"/>
            </p:cNvCxnSpPr>
            <p:nvPr/>
          </p:nvCxnSpPr>
          <p:spPr bwMode="auto">
            <a:xfrm>
              <a:off x="24384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AutoShape 28">
              <a:extLst>
                <a:ext uri="{FF2B5EF4-FFF2-40B4-BE49-F238E27FC236}">
                  <a16:creationId xmlns:a16="http://schemas.microsoft.com/office/drawing/2014/main" id="{ED7D4740-3E18-5CE1-D75D-9E7683AEC051}"/>
                </a:ext>
              </a:extLst>
            </p:cNvPr>
            <p:cNvCxnSpPr>
              <a:cxnSpLocks noChangeShapeType="1"/>
              <a:stCxn id="17" idx="3"/>
              <a:endCxn id="21" idx="1"/>
            </p:cNvCxnSpPr>
            <p:nvPr/>
          </p:nvCxnSpPr>
          <p:spPr bwMode="auto">
            <a:xfrm>
              <a:off x="37338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AutoShape 29">
              <a:extLst>
                <a:ext uri="{FF2B5EF4-FFF2-40B4-BE49-F238E27FC236}">
                  <a16:creationId xmlns:a16="http://schemas.microsoft.com/office/drawing/2014/main" id="{49E63E24-AA75-B46F-412A-C426BBACF2E6}"/>
                </a:ext>
              </a:extLst>
            </p:cNvPr>
            <p:cNvCxnSpPr>
              <a:cxnSpLocks noChangeShapeType="1"/>
              <a:stCxn id="21" idx="3"/>
              <a:endCxn id="26" idx="1"/>
            </p:cNvCxnSpPr>
            <p:nvPr/>
          </p:nvCxnSpPr>
          <p:spPr bwMode="auto">
            <a:xfrm>
              <a:off x="47244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AutoShape 30">
              <a:extLst>
                <a:ext uri="{FF2B5EF4-FFF2-40B4-BE49-F238E27FC236}">
                  <a16:creationId xmlns:a16="http://schemas.microsoft.com/office/drawing/2014/main" id="{09F5C0B5-6325-15CC-A8B6-1717B6B48BF3}"/>
                </a:ext>
              </a:extLst>
            </p:cNvPr>
            <p:cNvCxnSpPr>
              <a:cxnSpLocks noChangeShapeType="1"/>
              <a:stCxn id="26" idx="3"/>
              <a:endCxn id="31" idx="1"/>
            </p:cNvCxnSpPr>
            <p:nvPr/>
          </p:nvCxnSpPr>
          <p:spPr bwMode="auto">
            <a:xfrm>
              <a:off x="5715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5" name="AutoShape 46">
              <a:extLst>
                <a:ext uri="{FF2B5EF4-FFF2-40B4-BE49-F238E27FC236}">
                  <a16:creationId xmlns:a16="http://schemas.microsoft.com/office/drawing/2014/main" id="{BDA53DCD-E451-8344-504E-FF84C8DB6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66" name="AutoShape 47">
              <a:extLst>
                <a:ext uri="{FF2B5EF4-FFF2-40B4-BE49-F238E27FC236}">
                  <a16:creationId xmlns:a16="http://schemas.microsoft.com/office/drawing/2014/main" id="{0E452CE4-0F88-66D1-D9BD-1AE1C845387E}"/>
                </a:ext>
              </a:extLst>
            </p:cNvPr>
            <p:cNvCxnSpPr>
              <a:cxnSpLocks noChangeShapeType="1"/>
              <a:stCxn id="65" idx="3"/>
              <a:endCxn id="55" idx="1"/>
            </p:cNvCxnSpPr>
            <p:nvPr/>
          </p:nvCxnSpPr>
          <p:spPr bwMode="auto">
            <a:xfrm>
              <a:off x="47244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AutoShape 48">
              <a:extLst>
                <a:ext uri="{FF2B5EF4-FFF2-40B4-BE49-F238E27FC236}">
                  <a16:creationId xmlns:a16="http://schemas.microsoft.com/office/drawing/2014/main" id="{EE1254C6-BE63-FEF3-992E-B94F542596FE}"/>
                </a:ext>
              </a:extLst>
            </p:cNvPr>
            <p:cNvCxnSpPr>
              <a:cxnSpLocks noChangeShapeType="1"/>
              <a:stCxn id="65" idx="2"/>
              <a:endCxn id="21" idx="0"/>
            </p:cNvCxnSpPr>
            <p:nvPr/>
          </p:nvCxnSpPr>
          <p:spPr bwMode="auto">
            <a:xfrm>
              <a:off x="44196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8" name="AutoShape 49">
              <a:extLst>
                <a:ext uri="{FF2B5EF4-FFF2-40B4-BE49-F238E27FC236}">
                  <a16:creationId xmlns:a16="http://schemas.microsoft.com/office/drawing/2014/main" id="{CEB4184A-5B6F-DFF2-60B7-5E38C9B7C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69" name="AutoShape 50">
              <a:extLst>
                <a:ext uri="{FF2B5EF4-FFF2-40B4-BE49-F238E27FC236}">
                  <a16:creationId xmlns:a16="http://schemas.microsoft.com/office/drawing/2014/main" id="{DA699636-EBF0-EB79-6632-7C80A53E555D}"/>
                </a:ext>
              </a:extLst>
            </p:cNvPr>
            <p:cNvCxnSpPr>
              <a:cxnSpLocks noChangeShapeType="1"/>
              <a:stCxn id="68" idx="2"/>
              <a:endCxn id="34" idx="0"/>
            </p:cNvCxnSpPr>
            <p:nvPr/>
          </p:nvCxnSpPr>
          <p:spPr bwMode="auto">
            <a:xfrm>
              <a:off x="83820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0" name="AutoShape 51">
              <a:extLst>
                <a:ext uri="{FF2B5EF4-FFF2-40B4-BE49-F238E27FC236}">
                  <a16:creationId xmlns:a16="http://schemas.microsoft.com/office/drawing/2014/main" id="{AC5FCB9E-E619-A119-E42D-998298304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cxnSp>
          <p:nvCxnSpPr>
            <p:cNvPr id="71" name="AutoShape 52">
              <a:extLst>
                <a:ext uri="{FF2B5EF4-FFF2-40B4-BE49-F238E27FC236}">
                  <a16:creationId xmlns:a16="http://schemas.microsoft.com/office/drawing/2014/main" id="{EFC6CFF2-D1A2-F1CA-D59E-3C18D85869FA}"/>
                </a:ext>
              </a:extLst>
            </p:cNvPr>
            <p:cNvCxnSpPr>
              <a:cxnSpLocks noChangeShapeType="1"/>
              <a:stCxn id="70" idx="2"/>
              <a:endCxn id="53" idx="0"/>
            </p:cNvCxnSpPr>
            <p:nvPr/>
          </p:nvCxnSpPr>
          <p:spPr bwMode="auto">
            <a:xfrm>
              <a:off x="4572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2" name="AutoShape 53">
              <a:extLst>
                <a:ext uri="{FF2B5EF4-FFF2-40B4-BE49-F238E27FC236}">
                  <a16:creationId xmlns:a16="http://schemas.microsoft.com/office/drawing/2014/main" id="{29896E7D-122B-88AD-68F7-5199B08B8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73" name="AutoShape 54">
              <a:extLst>
                <a:ext uri="{FF2B5EF4-FFF2-40B4-BE49-F238E27FC236}">
                  <a16:creationId xmlns:a16="http://schemas.microsoft.com/office/drawing/2014/main" id="{BB5F5EAF-CC35-B0CC-FE81-F6EA0BF032E6}"/>
                </a:ext>
              </a:extLst>
            </p:cNvPr>
            <p:cNvCxnSpPr>
              <a:cxnSpLocks noChangeShapeType="1"/>
              <a:stCxn id="72" idx="2"/>
              <a:endCxn id="65" idx="0"/>
            </p:cNvCxnSpPr>
            <p:nvPr/>
          </p:nvCxnSpPr>
          <p:spPr bwMode="auto">
            <a:xfrm>
              <a:off x="44196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4" name="AutoShape 55">
              <a:extLst>
                <a:ext uri="{FF2B5EF4-FFF2-40B4-BE49-F238E27FC236}">
                  <a16:creationId xmlns:a16="http://schemas.microsoft.com/office/drawing/2014/main" id="{1275487A-1E99-2157-F991-C752D86E6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75" name="AutoShape 56">
              <a:extLst>
                <a:ext uri="{FF2B5EF4-FFF2-40B4-BE49-F238E27FC236}">
                  <a16:creationId xmlns:a16="http://schemas.microsoft.com/office/drawing/2014/main" id="{106646D3-C51C-32C0-26F1-FDC6BE3B764B}"/>
                </a:ext>
              </a:extLst>
            </p:cNvPr>
            <p:cNvCxnSpPr>
              <a:cxnSpLocks noChangeShapeType="1"/>
              <a:stCxn id="74" idx="2"/>
              <a:endCxn id="68" idx="0"/>
            </p:cNvCxnSpPr>
            <p:nvPr/>
          </p:nvCxnSpPr>
          <p:spPr bwMode="auto">
            <a:xfrm>
              <a:off x="83820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AutoShape 57">
              <a:extLst>
                <a:ext uri="{FF2B5EF4-FFF2-40B4-BE49-F238E27FC236}">
                  <a16:creationId xmlns:a16="http://schemas.microsoft.com/office/drawing/2014/main" id="{5D05E629-846B-A5AA-E864-3804926D8113}"/>
                </a:ext>
              </a:extLst>
            </p:cNvPr>
            <p:cNvCxnSpPr>
              <a:cxnSpLocks noChangeShapeType="1"/>
              <a:stCxn id="70" idx="3"/>
              <a:endCxn id="72" idx="1"/>
            </p:cNvCxnSpPr>
            <p:nvPr/>
          </p:nvCxnSpPr>
          <p:spPr bwMode="auto">
            <a:xfrm>
              <a:off x="7620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AutoShape 58">
              <a:extLst>
                <a:ext uri="{FF2B5EF4-FFF2-40B4-BE49-F238E27FC236}">
                  <a16:creationId xmlns:a16="http://schemas.microsoft.com/office/drawing/2014/main" id="{0827ED51-F99D-7E99-0BA3-FBB8F242691E}"/>
                </a:ext>
              </a:extLst>
            </p:cNvPr>
            <p:cNvCxnSpPr>
              <a:cxnSpLocks noChangeShapeType="1"/>
              <a:stCxn id="72" idx="3"/>
              <a:endCxn id="74" idx="1"/>
            </p:cNvCxnSpPr>
            <p:nvPr/>
          </p:nvCxnSpPr>
          <p:spPr bwMode="auto">
            <a:xfrm>
              <a:off x="47244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" name="AutoShape 59">
              <a:extLst>
                <a:ext uri="{FF2B5EF4-FFF2-40B4-BE49-F238E27FC236}">
                  <a16:creationId xmlns:a16="http://schemas.microsoft.com/office/drawing/2014/main" id="{113A4FAE-13FB-03D6-3103-DC2B091D4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79" name="AutoShape 60">
              <a:extLst>
                <a:ext uri="{FF2B5EF4-FFF2-40B4-BE49-F238E27FC236}">
                  <a16:creationId xmlns:a16="http://schemas.microsoft.com/office/drawing/2014/main" id="{0A1BFE7D-96D4-64F5-0174-D9E61FF73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80" name="AutoShape 61">
              <a:extLst>
                <a:ext uri="{FF2B5EF4-FFF2-40B4-BE49-F238E27FC236}">
                  <a16:creationId xmlns:a16="http://schemas.microsoft.com/office/drawing/2014/main" id="{932A8156-1919-2004-464E-08B2DD4F2E57}"/>
                </a:ext>
              </a:extLst>
            </p:cNvPr>
            <p:cNvCxnSpPr>
              <a:cxnSpLocks noChangeShapeType="1"/>
              <a:stCxn id="78" idx="3"/>
              <a:endCxn id="79" idx="1"/>
            </p:cNvCxnSpPr>
            <p:nvPr/>
          </p:nvCxnSpPr>
          <p:spPr bwMode="auto">
            <a:xfrm>
              <a:off x="762000" y="2667000"/>
              <a:ext cx="7315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AutoShape 62">
              <a:extLst>
                <a:ext uri="{FF2B5EF4-FFF2-40B4-BE49-F238E27FC236}">
                  <a16:creationId xmlns:a16="http://schemas.microsoft.com/office/drawing/2014/main" id="{41A553E9-4132-E7F0-22C5-0164EC2B3CF1}"/>
                </a:ext>
              </a:extLst>
            </p:cNvPr>
            <p:cNvCxnSpPr>
              <a:cxnSpLocks noChangeShapeType="1"/>
              <a:stCxn id="78" idx="2"/>
              <a:endCxn id="70" idx="0"/>
            </p:cNvCxnSpPr>
            <p:nvPr/>
          </p:nvCxnSpPr>
          <p:spPr bwMode="auto">
            <a:xfrm>
              <a:off x="4572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63">
              <a:extLst>
                <a:ext uri="{FF2B5EF4-FFF2-40B4-BE49-F238E27FC236}">
                  <a16:creationId xmlns:a16="http://schemas.microsoft.com/office/drawing/2014/main" id="{124F4861-BFF5-3F63-6F70-34B17DC89789}"/>
                </a:ext>
              </a:extLst>
            </p:cNvPr>
            <p:cNvCxnSpPr>
              <a:cxnSpLocks noChangeShapeType="1"/>
              <a:stCxn id="79" idx="2"/>
              <a:endCxn id="74" idx="0"/>
            </p:cNvCxnSpPr>
            <p:nvPr/>
          </p:nvCxnSpPr>
          <p:spPr bwMode="auto">
            <a:xfrm>
              <a:off x="83820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AutoShape 64">
              <a:extLst>
                <a:ext uri="{FF2B5EF4-FFF2-40B4-BE49-F238E27FC236}">
                  <a16:creationId xmlns:a16="http://schemas.microsoft.com/office/drawing/2014/main" id="{9758A259-D66F-50A0-15B8-6A616C942392}"/>
                </a:ext>
              </a:extLst>
            </p:cNvPr>
            <p:cNvCxnSpPr>
              <a:cxnSpLocks noChangeShapeType="1"/>
              <a:stCxn id="68" idx="3"/>
            </p:cNvCxnSpPr>
            <p:nvPr/>
          </p:nvCxnSpPr>
          <p:spPr bwMode="auto">
            <a:xfrm>
              <a:off x="8686800" y="46482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AutoShape 65">
              <a:extLst>
                <a:ext uri="{FF2B5EF4-FFF2-40B4-BE49-F238E27FC236}">
                  <a16:creationId xmlns:a16="http://schemas.microsoft.com/office/drawing/2014/main" id="{3D7C997F-A1B5-EF3A-29A8-B46791E36D29}"/>
                </a:ext>
              </a:extLst>
            </p:cNvPr>
            <p:cNvCxnSpPr>
              <a:cxnSpLocks noChangeShapeType="1"/>
              <a:stCxn id="74" idx="3"/>
            </p:cNvCxnSpPr>
            <p:nvPr/>
          </p:nvCxnSpPr>
          <p:spPr bwMode="auto">
            <a:xfrm>
              <a:off x="8686800" y="36576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AutoShape 66">
              <a:extLst>
                <a:ext uri="{FF2B5EF4-FFF2-40B4-BE49-F238E27FC236}">
                  <a16:creationId xmlns:a16="http://schemas.microsoft.com/office/drawing/2014/main" id="{279024B8-F7F5-1486-5DB1-75F87B6178E2}"/>
                </a:ext>
              </a:extLst>
            </p:cNvPr>
            <p:cNvCxnSpPr>
              <a:cxnSpLocks noChangeShapeType="1"/>
              <a:stCxn id="79" idx="3"/>
            </p:cNvCxnSpPr>
            <p:nvPr/>
          </p:nvCxnSpPr>
          <p:spPr bwMode="auto">
            <a:xfrm>
              <a:off x="8686800" y="26670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AF02B283-5A7C-0F67-FE03-7C264E02B526}"/>
              </a:ext>
            </a:extLst>
          </p:cNvPr>
          <p:cNvSpPr/>
          <p:nvPr/>
        </p:nvSpPr>
        <p:spPr>
          <a:xfrm>
            <a:off x="5220072" y="4475187"/>
            <a:ext cx="784825" cy="14978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F19B34C5-037E-9B03-D5AC-FAB901B515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DELETE(</a:t>
                </a:r>
                <a14:m>
                  <m:oMath xmlns:m="http://schemas.openxmlformats.org/officeDocument/2006/math">
                    <m:r>
                      <a:rPr lang="en-US" altLang="en-US" sz="2000" b="1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𝒙</m:t>
                    </m:r>
                  </m:oMath>
                </a14:m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) </a:t>
                </a:r>
                <a:r>
                  <a:rPr lang="en-US" altLang="en-US" sz="2000" kern="0" dirty="0">
                    <a:ea typeface="Arial Unicode MS" pitchFamily="34" charset="-122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𝑥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.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𝑘𝑒𝑦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=66 </m:t>
                    </m:r>
                  </m:oMath>
                </a14:m>
                <a:endParaRPr lang="en-US" altLang="en-US" sz="2000" kern="0" dirty="0"/>
              </a:p>
            </p:txBody>
          </p:sp>
        </mc:Choice>
        <mc:Fallback xmlns="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F19B34C5-037E-9B03-D5AC-FAB901B51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blipFill>
                <a:blip r:embed="rId3"/>
                <a:stretch>
                  <a:fillRect l="-1259" t="-32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682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Delete in skip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</p:spPr>
            <p:txBody>
              <a:bodyPr/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DELETE(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): </a:t>
                </a:r>
                <a:r>
                  <a:rPr lang="en-US" sz="2200" dirty="0"/>
                  <a:t>when deleting an element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, </a:t>
                </a:r>
                <a:r>
                  <a:rPr lang="en-US" sz="2200" dirty="0">
                    <a:solidFill>
                      <a:srgbClr val="0000FF"/>
                    </a:solidFill>
                  </a:rPr>
                  <a:t>delete it from all lists containing it</a:t>
                </a:r>
                <a:r>
                  <a:rPr lang="en-US" sz="220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  <a:blipFill>
                <a:blip r:embed="rId2"/>
                <a:stretch>
                  <a:fillRect l="-148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74D8D7FF-07B2-F998-EDC5-00E684D609D1}"/>
              </a:ext>
            </a:extLst>
          </p:cNvPr>
          <p:cNvGrpSpPr/>
          <p:nvPr/>
        </p:nvGrpSpPr>
        <p:grpSpPr>
          <a:xfrm>
            <a:off x="1259632" y="3356992"/>
            <a:ext cx="6219800" cy="2370584"/>
            <a:chOff x="152400" y="2362200"/>
            <a:chExt cx="8915400" cy="3581400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7B001C0E-4E4E-1A7C-24E0-042CCC3CC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644BC234-FBC1-AD24-7211-81FCFABD4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23</a:t>
              </a:r>
            </a:p>
          </p:txBody>
        </p:sp>
        <p:cxnSp>
          <p:nvCxnSpPr>
            <p:cNvPr id="8" name="AutoShape 6">
              <a:extLst>
                <a:ext uri="{FF2B5EF4-FFF2-40B4-BE49-F238E27FC236}">
                  <a16:creationId xmlns:a16="http://schemas.microsoft.com/office/drawing/2014/main" id="{ADF5ACC7-B35C-F58E-BBC6-78EB7B939333}"/>
                </a:ext>
              </a:extLst>
            </p:cNvPr>
            <p:cNvCxnSpPr>
              <a:cxnSpLocks noChangeShapeType="1"/>
              <a:stCxn id="5" idx="3"/>
              <a:endCxn id="7" idx="1"/>
            </p:cNvCxnSpPr>
            <p:nvPr/>
          </p:nvCxnSpPr>
          <p:spPr bwMode="auto">
            <a:xfrm>
              <a:off x="762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6ED1C6CB-F754-B95E-FA57-6055539B9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16" name="AutoShape 8">
              <a:extLst>
                <a:ext uri="{FF2B5EF4-FFF2-40B4-BE49-F238E27FC236}">
                  <a16:creationId xmlns:a16="http://schemas.microsoft.com/office/drawing/2014/main" id="{A475CE49-69F0-6455-8267-731558F3CC7A}"/>
                </a:ext>
              </a:extLst>
            </p:cNvPr>
            <p:cNvCxnSpPr>
              <a:cxnSpLocks noChangeShapeType="1"/>
              <a:stCxn id="7" idx="3"/>
              <a:endCxn id="15" idx="1"/>
            </p:cNvCxnSpPr>
            <p:nvPr/>
          </p:nvCxnSpPr>
          <p:spPr bwMode="auto">
            <a:xfrm>
              <a:off x="1752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AutoShape 9">
              <a:extLst>
                <a:ext uri="{FF2B5EF4-FFF2-40B4-BE49-F238E27FC236}">
                  <a16:creationId xmlns:a16="http://schemas.microsoft.com/office/drawing/2014/main" id="{4F3BB82C-BEAE-89C9-3BAC-8B753F1D2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42</a:t>
              </a:r>
            </a:p>
          </p:txBody>
        </p:sp>
        <p:cxnSp>
          <p:nvCxnSpPr>
            <p:cNvPr id="20" name="AutoShape 10">
              <a:extLst>
                <a:ext uri="{FF2B5EF4-FFF2-40B4-BE49-F238E27FC236}">
                  <a16:creationId xmlns:a16="http://schemas.microsoft.com/office/drawing/2014/main" id="{976F5FA0-F2F9-1E32-D87C-556DBB9F216F}"/>
                </a:ext>
              </a:extLst>
            </p:cNvPr>
            <p:cNvCxnSpPr>
              <a:cxnSpLocks noChangeShapeType="1"/>
              <a:stCxn id="15" idx="3"/>
              <a:endCxn id="17" idx="1"/>
            </p:cNvCxnSpPr>
            <p:nvPr/>
          </p:nvCxnSpPr>
          <p:spPr bwMode="auto">
            <a:xfrm>
              <a:off x="2743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AutoShape 11">
              <a:extLst>
                <a:ext uri="{FF2B5EF4-FFF2-40B4-BE49-F238E27FC236}">
                  <a16:creationId xmlns:a16="http://schemas.microsoft.com/office/drawing/2014/main" id="{468E2937-8B6F-7BD1-FAEC-C191D2562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sp>
          <p:nvSpPr>
            <p:cNvPr id="26" name="AutoShape 12">
              <a:extLst>
                <a:ext uri="{FF2B5EF4-FFF2-40B4-BE49-F238E27FC236}">
                  <a16:creationId xmlns:a16="http://schemas.microsoft.com/office/drawing/2014/main" id="{679026DB-9D40-7869-0537-4374BFED3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59</a:t>
              </a:r>
            </a:p>
          </p:txBody>
        </p:sp>
        <p:sp>
          <p:nvSpPr>
            <p:cNvPr id="32" name="AutoShape 14">
              <a:extLst>
                <a:ext uri="{FF2B5EF4-FFF2-40B4-BE49-F238E27FC236}">
                  <a16:creationId xmlns:a16="http://schemas.microsoft.com/office/drawing/2014/main" id="{A1E9EA49-2A12-5218-80D6-A679D7346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72</a:t>
              </a:r>
            </a:p>
          </p:txBody>
        </p:sp>
        <p:sp>
          <p:nvSpPr>
            <p:cNvPr id="34" name="AutoShape 16">
              <a:extLst>
                <a:ext uri="{FF2B5EF4-FFF2-40B4-BE49-F238E27FC236}">
                  <a16:creationId xmlns:a16="http://schemas.microsoft.com/office/drawing/2014/main" id="{01E13DBE-BFD0-ECBE-E8E4-AAF942F02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51" name="AutoShape 17">
              <a:extLst>
                <a:ext uri="{FF2B5EF4-FFF2-40B4-BE49-F238E27FC236}">
                  <a16:creationId xmlns:a16="http://schemas.microsoft.com/office/drawing/2014/main" id="{B96DCB17-8EC5-884D-35ED-820187CD4E06}"/>
                </a:ext>
              </a:extLst>
            </p:cNvPr>
            <p:cNvCxnSpPr>
              <a:cxnSpLocks noChangeShapeType="1"/>
              <a:stCxn id="32" idx="3"/>
              <a:endCxn id="34" idx="1"/>
            </p:cNvCxnSpPr>
            <p:nvPr/>
          </p:nvCxnSpPr>
          <p:spPr bwMode="auto">
            <a:xfrm>
              <a:off x="7696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AutoShape 18">
              <a:extLst>
                <a:ext uri="{FF2B5EF4-FFF2-40B4-BE49-F238E27FC236}">
                  <a16:creationId xmlns:a16="http://schemas.microsoft.com/office/drawing/2014/main" id="{E4A1E508-6D61-7FF1-05B0-CB6B9138FE11}"/>
                </a:ext>
              </a:extLst>
            </p:cNvPr>
            <p:cNvCxnSpPr>
              <a:cxnSpLocks noChangeShapeType="1"/>
              <a:stCxn id="34" idx="3"/>
            </p:cNvCxnSpPr>
            <p:nvPr/>
          </p:nvCxnSpPr>
          <p:spPr bwMode="auto">
            <a:xfrm>
              <a:off x="8686800" y="56388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3" name="AutoShape 19">
              <a:extLst>
                <a:ext uri="{FF2B5EF4-FFF2-40B4-BE49-F238E27FC236}">
                  <a16:creationId xmlns:a16="http://schemas.microsoft.com/office/drawing/2014/main" id="{AC46F0C5-9307-0017-A948-2EDCD4CB0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54" name="AutoShape 20">
              <a:extLst>
                <a:ext uri="{FF2B5EF4-FFF2-40B4-BE49-F238E27FC236}">
                  <a16:creationId xmlns:a16="http://schemas.microsoft.com/office/drawing/2014/main" id="{600F0BA0-8A7E-DBC3-623B-267943E96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57" name="AutoShape 23">
              <a:extLst>
                <a:ext uri="{FF2B5EF4-FFF2-40B4-BE49-F238E27FC236}">
                  <a16:creationId xmlns:a16="http://schemas.microsoft.com/office/drawing/2014/main" id="{39C4E1FF-32E3-3AB9-A8FC-22F9DAC0B05D}"/>
                </a:ext>
              </a:extLst>
            </p:cNvPr>
            <p:cNvCxnSpPr>
              <a:cxnSpLocks noChangeShapeType="1"/>
              <a:stCxn id="53" idx="2"/>
              <a:endCxn id="5" idx="0"/>
            </p:cNvCxnSpPr>
            <p:nvPr/>
          </p:nvCxnSpPr>
          <p:spPr bwMode="auto">
            <a:xfrm>
              <a:off x="4572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AutoShape 25">
              <a:extLst>
                <a:ext uri="{FF2B5EF4-FFF2-40B4-BE49-F238E27FC236}">
                  <a16:creationId xmlns:a16="http://schemas.microsoft.com/office/drawing/2014/main" id="{D7F28596-9266-84CD-8135-46F5EDE155A2}"/>
                </a:ext>
              </a:extLst>
            </p:cNvPr>
            <p:cNvCxnSpPr>
              <a:cxnSpLocks noChangeShapeType="1"/>
              <a:stCxn id="53" idx="3"/>
              <a:endCxn id="54" idx="1"/>
            </p:cNvCxnSpPr>
            <p:nvPr/>
          </p:nvCxnSpPr>
          <p:spPr bwMode="auto">
            <a:xfrm>
              <a:off x="7620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AutoShape 26">
              <a:extLst>
                <a:ext uri="{FF2B5EF4-FFF2-40B4-BE49-F238E27FC236}">
                  <a16:creationId xmlns:a16="http://schemas.microsoft.com/office/drawing/2014/main" id="{33629F2C-F4AA-DDE4-48BE-6AA16DEA2C34}"/>
                </a:ext>
              </a:extLst>
            </p:cNvPr>
            <p:cNvCxnSpPr>
              <a:cxnSpLocks noChangeShapeType="1"/>
              <a:stCxn id="54" idx="3"/>
              <a:endCxn id="65" idx="1"/>
            </p:cNvCxnSpPr>
            <p:nvPr/>
          </p:nvCxnSpPr>
          <p:spPr bwMode="auto">
            <a:xfrm>
              <a:off x="27432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" name="AutoShape 27">
              <a:extLst>
                <a:ext uri="{FF2B5EF4-FFF2-40B4-BE49-F238E27FC236}">
                  <a16:creationId xmlns:a16="http://schemas.microsoft.com/office/drawing/2014/main" id="{A73DA8E4-EE26-68D8-72A3-A74F17F9B286}"/>
                </a:ext>
              </a:extLst>
            </p:cNvPr>
            <p:cNvCxnSpPr>
              <a:cxnSpLocks noChangeShapeType="1"/>
              <a:stCxn id="54" idx="2"/>
              <a:endCxn id="15" idx="0"/>
            </p:cNvCxnSpPr>
            <p:nvPr/>
          </p:nvCxnSpPr>
          <p:spPr bwMode="auto">
            <a:xfrm>
              <a:off x="24384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AutoShape 28">
              <a:extLst>
                <a:ext uri="{FF2B5EF4-FFF2-40B4-BE49-F238E27FC236}">
                  <a16:creationId xmlns:a16="http://schemas.microsoft.com/office/drawing/2014/main" id="{ED7D4740-3E18-5CE1-D75D-9E7683AEC051}"/>
                </a:ext>
              </a:extLst>
            </p:cNvPr>
            <p:cNvCxnSpPr>
              <a:cxnSpLocks noChangeShapeType="1"/>
              <a:stCxn id="17" idx="3"/>
              <a:endCxn id="21" idx="1"/>
            </p:cNvCxnSpPr>
            <p:nvPr/>
          </p:nvCxnSpPr>
          <p:spPr bwMode="auto">
            <a:xfrm>
              <a:off x="37338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AutoShape 29">
              <a:extLst>
                <a:ext uri="{FF2B5EF4-FFF2-40B4-BE49-F238E27FC236}">
                  <a16:creationId xmlns:a16="http://schemas.microsoft.com/office/drawing/2014/main" id="{49E63E24-AA75-B46F-412A-C426BBACF2E6}"/>
                </a:ext>
              </a:extLst>
            </p:cNvPr>
            <p:cNvCxnSpPr>
              <a:cxnSpLocks noChangeShapeType="1"/>
              <a:stCxn id="21" idx="3"/>
              <a:endCxn id="26" idx="1"/>
            </p:cNvCxnSpPr>
            <p:nvPr/>
          </p:nvCxnSpPr>
          <p:spPr bwMode="auto">
            <a:xfrm>
              <a:off x="47244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AutoShape 30">
              <a:extLst>
                <a:ext uri="{FF2B5EF4-FFF2-40B4-BE49-F238E27FC236}">
                  <a16:creationId xmlns:a16="http://schemas.microsoft.com/office/drawing/2014/main" id="{09F5C0B5-6325-15CC-A8B6-1717B6B48BF3}"/>
                </a:ext>
              </a:extLst>
            </p:cNvPr>
            <p:cNvCxnSpPr>
              <a:cxnSpLocks noChangeShapeType="1"/>
              <a:stCxn id="26" idx="3"/>
              <a:endCxn id="32" idx="1"/>
            </p:cNvCxnSpPr>
            <p:nvPr/>
          </p:nvCxnSpPr>
          <p:spPr bwMode="auto">
            <a:xfrm>
              <a:off x="5714999" y="5638800"/>
              <a:ext cx="1371601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5" name="AutoShape 46">
              <a:extLst>
                <a:ext uri="{FF2B5EF4-FFF2-40B4-BE49-F238E27FC236}">
                  <a16:creationId xmlns:a16="http://schemas.microsoft.com/office/drawing/2014/main" id="{BDA53DCD-E451-8344-504E-FF84C8DB6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66" name="AutoShape 47">
              <a:extLst>
                <a:ext uri="{FF2B5EF4-FFF2-40B4-BE49-F238E27FC236}">
                  <a16:creationId xmlns:a16="http://schemas.microsoft.com/office/drawing/2014/main" id="{0E452CE4-0F88-66D1-D9BD-1AE1C845387E}"/>
                </a:ext>
              </a:extLst>
            </p:cNvPr>
            <p:cNvCxnSpPr>
              <a:cxnSpLocks noChangeShapeType="1"/>
              <a:stCxn id="65" idx="3"/>
              <a:endCxn id="68" idx="1"/>
            </p:cNvCxnSpPr>
            <p:nvPr/>
          </p:nvCxnSpPr>
          <p:spPr bwMode="auto">
            <a:xfrm>
              <a:off x="4724400" y="46482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AutoShape 48">
              <a:extLst>
                <a:ext uri="{FF2B5EF4-FFF2-40B4-BE49-F238E27FC236}">
                  <a16:creationId xmlns:a16="http://schemas.microsoft.com/office/drawing/2014/main" id="{EE1254C6-BE63-FEF3-992E-B94F542596FE}"/>
                </a:ext>
              </a:extLst>
            </p:cNvPr>
            <p:cNvCxnSpPr>
              <a:cxnSpLocks noChangeShapeType="1"/>
              <a:stCxn id="65" idx="2"/>
              <a:endCxn id="21" idx="0"/>
            </p:cNvCxnSpPr>
            <p:nvPr/>
          </p:nvCxnSpPr>
          <p:spPr bwMode="auto">
            <a:xfrm>
              <a:off x="44196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8" name="AutoShape 49">
              <a:extLst>
                <a:ext uri="{FF2B5EF4-FFF2-40B4-BE49-F238E27FC236}">
                  <a16:creationId xmlns:a16="http://schemas.microsoft.com/office/drawing/2014/main" id="{CEB4184A-5B6F-DFF2-60B7-5E38C9B7C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69" name="AutoShape 50">
              <a:extLst>
                <a:ext uri="{FF2B5EF4-FFF2-40B4-BE49-F238E27FC236}">
                  <a16:creationId xmlns:a16="http://schemas.microsoft.com/office/drawing/2014/main" id="{DA699636-EBF0-EB79-6632-7C80A53E555D}"/>
                </a:ext>
              </a:extLst>
            </p:cNvPr>
            <p:cNvCxnSpPr>
              <a:cxnSpLocks noChangeShapeType="1"/>
              <a:stCxn id="68" idx="2"/>
              <a:endCxn id="34" idx="0"/>
            </p:cNvCxnSpPr>
            <p:nvPr/>
          </p:nvCxnSpPr>
          <p:spPr bwMode="auto">
            <a:xfrm>
              <a:off x="83820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0" name="AutoShape 51">
              <a:extLst>
                <a:ext uri="{FF2B5EF4-FFF2-40B4-BE49-F238E27FC236}">
                  <a16:creationId xmlns:a16="http://schemas.microsoft.com/office/drawing/2014/main" id="{AC5FCB9E-E619-A119-E42D-998298304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cxnSp>
          <p:nvCxnSpPr>
            <p:cNvPr id="71" name="AutoShape 52">
              <a:extLst>
                <a:ext uri="{FF2B5EF4-FFF2-40B4-BE49-F238E27FC236}">
                  <a16:creationId xmlns:a16="http://schemas.microsoft.com/office/drawing/2014/main" id="{EFC6CFF2-D1A2-F1CA-D59E-3C18D85869FA}"/>
                </a:ext>
              </a:extLst>
            </p:cNvPr>
            <p:cNvCxnSpPr>
              <a:cxnSpLocks noChangeShapeType="1"/>
              <a:stCxn id="70" idx="2"/>
              <a:endCxn id="53" idx="0"/>
            </p:cNvCxnSpPr>
            <p:nvPr/>
          </p:nvCxnSpPr>
          <p:spPr bwMode="auto">
            <a:xfrm>
              <a:off x="4572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2" name="AutoShape 53">
              <a:extLst>
                <a:ext uri="{FF2B5EF4-FFF2-40B4-BE49-F238E27FC236}">
                  <a16:creationId xmlns:a16="http://schemas.microsoft.com/office/drawing/2014/main" id="{29896E7D-122B-88AD-68F7-5199B08B8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73" name="AutoShape 54">
              <a:extLst>
                <a:ext uri="{FF2B5EF4-FFF2-40B4-BE49-F238E27FC236}">
                  <a16:creationId xmlns:a16="http://schemas.microsoft.com/office/drawing/2014/main" id="{BB5F5EAF-CC35-B0CC-FE81-F6EA0BF032E6}"/>
                </a:ext>
              </a:extLst>
            </p:cNvPr>
            <p:cNvCxnSpPr>
              <a:cxnSpLocks noChangeShapeType="1"/>
              <a:stCxn id="72" idx="2"/>
              <a:endCxn id="65" idx="0"/>
            </p:cNvCxnSpPr>
            <p:nvPr/>
          </p:nvCxnSpPr>
          <p:spPr bwMode="auto">
            <a:xfrm>
              <a:off x="44196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4" name="AutoShape 55">
              <a:extLst>
                <a:ext uri="{FF2B5EF4-FFF2-40B4-BE49-F238E27FC236}">
                  <a16:creationId xmlns:a16="http://schemas.microsoft.com/office/drawing/2014/main" id="{1275487A-1E99-2157-F991-C752D86E6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75" name="AutoShape 56">
              <a:extLst>
                <a:ext uri="{FF2B5EF4-FFF2-40B4-BE49-F238E27FC236}">
                  <a16:creationId xmlns:a16="http://schemas.microsoft.com/office/drawing/2014/main" id="{106646D3-C51C-32C0-26F1-FDC6BE3B764B}"/>
                </a:ext>
              </a:extLst>
            </p:cNvPr>
            <p:cNvCxnSpPr>
              <a:cxnSpLocks noChangeShapeType="1"/>
              <a:stCxn id="74" idx="2"/>
              <a:endCxn id="68" idx="0"/>
            </p:cNvCxnSpPr>
            <p:nvPr/>
          </p:nvCxnSpPr>
          <p:spPr bwMode="auto">
            <a:xfrm>
              <a:off x="83820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AutoShape 57">
              <a:extLst>
                <a:ext uri="{FF2B5EF4-FFF2-40B4-BE49-F238E27FC236}">
                  <a16:creationId xmlns:a16="http://schemas.microsoft.com/office/drawing/2014/main" id="{5D05E629-846B-A5AA-E864-3804926D8113}"/>
                </a:ext>
              </a:extLst>
            </p:cNvPr>
            <p:cNvCxnSpPr>
              <a:cxnSpLocks noChangeShapeType="1"/>
              <a:stCxn id="70" idx="3"/>
              <a:endCxn id="72" idx="1"/>
            </p:cNvCxnSpPr>
            <p:nvPr/>
          </p:nvCxnSpPr>
          <p:spPr bwMode="auto">
            <a:xfrm>
              <a:off x="7620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AutoShape 58">
              <a:extLst>
                <a:ext uri="{FF2B5EF4-FFF2-40B4-BE49-F238E27FC236}">
                  <a16:creationId xmlns:a16="http://schemas.microsoft.com/office/drawing/2014/main" id="{0827ED51-F99D-7E99-0BA3-FBB8F242691E}"/>
                </a:ext>
              </a:extLst>
            </p:cNvPr>
            <p:cNvCxnSpPr>
              <a:cxnSpLocks noChangeShapeType="1"/>
              <a:stCxn id="72" idx="3"/>
              <a:endCxn id="74" idx="1"/>
            </p:cNvCxnSpPr>
            <p:nvPr/>
          </p:nvCxnSpPr>
          <p:spPr bwMode="auto">
            <a:xfrm>
              <a:off x="47244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" name="AutoShape 59">
              <a:extLst>
                <a:ext uri="{FF2B5EF4-FFF2-40B4-BE49-F238E27FC236}">
                  <a16:creationId xmlns:a16="http://schemas.microsoft.com/office/drawing/2014/main" id="{113A4FAE-13FB-03D6-3103-DC2B091D4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79" name="AutoShape 60">
              <a:extLst>
                <a:ext uri="{FF2B5EF4-FFF2-40B4-BE49-F238E27FC236}">
                  <a16:creationId xmlns:a16="http://schemas.microsoft.com/office/drawing/2014/main" id="{0A1BFE7D-96D4-64F5-0174-D9E61FF73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80" name="AutoShape 61">
              <a:extLst>
                <a:ext uri="{FF2B5EF4-FFF2-40B4-BE49-F238E27FC236}">
                  <a16:creationId xmlns:a16="http://schemas.microsoft.com/office/drawing/2014/main" id="{932A8156-1919-2004-464E-08B2DD4F2E57}"/>
                </a:ext>
              </a:extLst>
            </p:cNvPr>
            <p:cNvCxnSpPr>
              <a:cxnSpLocks noChangeShapeType="1"/>
              <a:stCxn id="78" idx="3"/>
              <a:endCxn id="79" idx="1"/>
            </p:cNvCxnSpPr>
            <p:nvPr/>
          </p:nvCxnSpPr>
          <p:spPr bwMode="auto">
            <a:xfrm>
              <a:off x="762000" y="2667000"/>
              <a:ext cx="7315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AutoShape 62">
              <a:extLst>
                <a:ext uri="{FF2B5EF4-FFF2-40B4-BE49-F238E27FC236}">
                  <a16:creationId xmlns:a16="http://schemas.microsoft.com/office/drawing/2014/main" id="{41A553E9-4132-E7F0-22C5-0164EC2B3CF1}"/>
                </a:ext>
              </a:extLst>
            </p:cNvPr>
            <p:cNvCxnSpPr>
              <a:cxnSpLocks noChangeShapeType="1"/>
              <a:stCxn id="78" idx="2"/>
              <a:endCxn id="70" idx="0"/>
            </p:cNvCxnSpPr>
            <p:nvPr/>
          </p:nvCxnSpPr>
          <p:spPr bwMode="auto">
            <a:xfrm>
              <a:off x="4572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AutoShape 63">
              <a:extLst>
                <a:ext uri="{FF2B5EF4-FFF2-40B4-BE49-F238E27FC236}">
                  <a16:creationId xmlns:a16="http://schemas.microsoft.com/office/drawing/2014/main" id="{124F4861-BFF5-3F63-6F70-34B17DC89789}"/>
                </a:ext>
              </a:extLst>
            </p:cNvPr>
            <p:cNvCxnSpPr>
              <a:cxnSpLocks noChangeShapeType="1"/>
              <a:stCxn id="79" idx="2"/>
              <a:endCxn id="74" idx="0"/>
            </p:cNvCxnSpPr>
            <p:nvPr/>
          </p:nvCxnSpPr>
          <p:spPr bwMode="auto">
            <a:xfrm>
              <a:off x="83820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AutoShape 64">
              <a:extLst>
                <a:ext uri="{FF2B5EF4-FFF2-40B4-BE49-F238E27FC236}">
                  <a16:creationId xmlns:a16="http://schemas.microsoft.com/office/drawing/2014/main" id="{9758A259-D66F-50A0-15B8-6A616C942392}"/>
                </a:ext>
              </a:extLst>
            </p:cNvPr>
            <p:cNvCxnSpPr>
              <a:cxnSpLocks noChangeShapeType="1"/>
              <a:stCxn id="68" idx="3"/>
            </p:cNvCxnSpPr>
            <p:nvPr/>
          </p:nvCxnSpPr>
          <p:spPr bwMode="auto">
            <a:xfrm>
              <a:off x="8686800" y="46482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AutoShape 65">
              <a:extLst>
                <a:ext uri="{FF2B5EF4-FFF2-40B4-BE49-F238E27FC236}">
                  <a16:creationId xmlns:a16="http://schemas.microsoft.com/office/drawing/2014/main" id="{3D7C997F-A1B5-EF3A-29A8-B46791E36D29}"/>
                </a:ext>
              </a:extLst>
            </p:cNvPr>
            <p:cNvCxnSpPr>
              <a:cxnSpLocks noChangeShapeType="1"/>
              <a:stCxn id="74" idx="3"/>
            </p:cNvCxnSpPr>
            <p:nvPr/>
          </p:nvCxnSpPr>
          <p:spPr bwMode="auto">
            <a:xfrm>
              <a:off x="8686800" y="36576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AutoShape 66">
              <a:extLst>
                <a:ext uri="{FF2B5EF4-FFF2-40B4-BE49-F238E27FC236}">
                  <a16:creationId xmlns:a16="http://schemas.microsoft.com/office/drawing/2014/main" id="{279024B8-F7F5-1486-5DB1-75F87B6178E2}"/>
                </a:ext>
              </a:extLst>
            </p:cNvPr>
            <p:cNvCxnSpPr>
              <a:cxnSpLocks noChangeShapeType="1"/>
              <a:stCxn id="79" idx="3"/>
            </p:cNvCxnSpPr>
            <p:nvPr/>
          </p:nvCxnSpPr>
          <p:spPr bwMode="auto">
            <a:xfrm>
              <a:off x="8686800" y="26670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E9487E19-C444-29AA-0F2F-1211717DCF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DELETE(</a:t>
                </a:r>
                <a14:m>
                  <m:oMath xmlns:m="http://schemas.openxmlformats.org/officeDocument/2006/math">
                    <m:r>
                      <a:rPr lang="en-US" altLang="en-US" sz="2000" b="1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𝒙</m:t>
                    </m:r>
                  </m:oMath>
                </a14:m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) </a:t>
                </a:r>
                <a:r>
                  <a:rPr lang="en-US" altLang="en-US" sz="2000" kern="0" dirty="0">
                    <a:ea typeface="Arial Unicode MS" pitchFamily="34" charset="-122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𝑥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.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𝑘𝑒𝑦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=66 </m:t>
                    </m:r>
                  </m:oMath>
                </a14:m>
                <a:endParaRPr lang="en-US" altLang="en-US" sz="2000" kern="0" dirty="0"/>
              </a:p>
            </p:txBody>
          </p:sp>
        </mc:Choice>
        <mc:Fallback xmlns="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E9487E19-C444-29AA-0F2F-1211717DC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blipFill>
                <a:blip r:embed="rId3"/>
                <a:stretch>
                  <a:fillRect l="-1259" t="-32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868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Insert in skip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</p:spPr>
            <p:txBody>
              <a:bodyPr/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INSERT(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):</a:t>
                </a:r>
                <a:r>
                  <a:rPr lang="en-US" sz="2200" dirty="0"/>
                  <a:t> when inserting an element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, </a:t>
                </a:r>
              </a:p>
              <a:p>
                <a:pPr marL="801687" lvl="1" indent="-457200">
                  <a:buFont typeface="+mj-lt"/>
                  <a:buAutoNum type="arabicParenR"/>
                </a:pPr>
                <a:r>
                  <a:rPr lang="en-US" sz="2000" dirty="0">
                    <a:solidFill>
                      <a:srgbClr val="0000FF"/>
                    </a:solidFill>
                  </a:rPr>
                  <a:t>always insert it into the bottom list </a:t>
                </a:r>
                <a:r>
                  <a:rPr lang="en-US" sz="2000" dirty="0"/>
                  <a:t>by using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SEARCH(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𝒌𝒆𝒚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) </a:t>
                </a:r>
                <a:r>
                  <a:rPr lang="en-US" sz="2000" dirty="0"/>
                  <a:t>to decide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should be inserted. 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  <a:blipFill>
                <a:blip r:embed="rId2"/>
                <a:stretch>
                  <a:fillRect l="-148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1E58DCAB-1178-9473-CC54-54DD911D15A4}"/>
              </a:ext>
            </a:extLst>
          </p:cNvPr>
          <p:cNvGrpSpPr/>
          <p:nvPr/>
        </p:nvGrpSpPr>
        <p:grpSpPr>
          <a:xfrm>
            <a:off x="1259632" y="3356992"/>
            <a:ext cx="6219800" cy="2370584"/>
            <a:chOff x="152400" y="2362200"/>
            <a:chExt cx="8915400" cy="3581400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97F7C2D1-B861-0B7E-025F-D1B77DFA6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87C84AD9-C59D-8C93-4152-9B193F2CF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23</a:t>
              </a:r>
            </a:p>
          </p:txBody>
        </p:sp>
        <p:cxnSp>
          <p:nvCxnSpPr>
            <p:cNvPr id="8" name="AutoShape 6">
              <a:extLst>
                <a:ext uri="{FF2B5EF4-FFF2-40B4-BE49-F238E27FC236}">
                  <a16:creationId xmlns:a16="http://schemas.microsoft.com/office/drawing/2014/main" id="{FD767C08-4D8B-0E23-27B8-160E0EBCD665}"/>
                </a:ext>
              </a:extLst>
            </p:cNvPr>
            <p:cNvCxnSpPr>
              <a:cxnSpLocks noChangeShapeType="1"/>
              <a:stCxn id="5" idx="3"/>
              <a:endCxn id="7" idx="1"/>
            </p:cNvCxnSpPr>
            <p:nvPr/>
          </p:nvCxnSpPr>
          <p:spPr bwMode="auto">
            <a:xfrm>
              <a:off x="762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AutoShape 7">
              <a:extLst>
                <a:ext uri="{FF2B5EF4-FFF2-40B4-BE49-F238E27FC236}">
                  <a16:creationId xmlns:a16="http://schemas.microsoft.com/office/drawing/2014/main" id="{2E8B27AD-6E2E-517D-A7F8-F1D8A27FB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15" name="AutoShape 8">
              <a:extLst>
                <a:ext uri="{FF2B5EF4-FFF2-40B4-BE49-F238E27FC236}">
                  <a16:creationId xmlns:a16="http://schemas.microsoft.com/office/drawing/2014/main" id="{C4DB4B05-E4ED-72A9-946E-1E90924F24AC}"/>
                </a:ext>
              </a:extLst>
            </p:cNvPr>
            <p:cNvCxnSpPr>
              <a:cxnSpLocks noChangeShapeType="1"/>
              <a:stCxn id="7" idx="3"/>
              <a:endCxn id="10" idx="1"/>
            </p:cNvCxnSpPr>
            <p:nvPr/>
          </p:nvCxnSpPr>
          <p:spPr bwMode="auto">
            <a:xfrm>
              <a:off x="1752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AutoShape 9">
              <a:extLst>
                <a:ext uri="{FF2B5EF4-FFF2-40B4-BE49-F238E27FC236}">
                  <a16:creationId xmlns:a16="http://schemas.microsoft.com/office/drawing/2014/main" id="{BF9668CA-7311-0C71-1403-855031AD2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42</a:t>
              </a:r>
            </a:p>
          </p:txBody>
        </p:sp>
        <p:cxnSp>
          <p:nvCxnSpPr>
            <p:cNvPr id="17" name="AutoShape 10">
              <a:extLst>
                <a:ext uri="{FF2B5EF4-FFF2-40B4-BE49-F238E27FC236}">
                  <a16:creationId xmlns:a16="http://schemas.microsoft.com/office/drawing/2014/main" id="{97272503-FD6F-F7DD-986C-41202386874B}"/>
                </a:ext>
              </a:extLst>
            </p:cNvPr>
            <p:cNvCxnSpPr>
              <a:cxnSpLocks noChangeShapeType="1"/>
              <a:stCxn id="10" idx="3"/>
              <a:endCxn id="16" idx="1"/>
            </p:cNvCxnSpPr>
            <p:nvPr/>
          </p:nvCxnSpPr>
          <p:spPr bwMode="auto">
            <a:xfrm>
              <a:off x="2743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AutoShape 11">
              <a:extLst>
                <a:ext uri="{FF2B5EF4-FFF2-40B4-BE49-F238E27FC236}">
                  <a16:creationId xmlns:a16="http://schemas.microsoft.com/office/drawing/2014/main" id="{CAFB0EE2-2738-9262-FB26-CEC73F958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sp>
          <p:nvSpPr>
            <p:cNvPr id="21" name="AutoShape 12">
              <a:extLst>
                <a:ext uri="{FF2B5EF4-FFF2-40B4-BE49-F238E27FC236}">
                  <a16:creationId xmlns:a16="http://schemas.microsoft.com/office/drawing/2014/main" id="{94359090-BD41-1DE6-3456-6CB75F77A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59</a:t>
              </a:r>
            </a:p>
          </p:txBody>
        </p:sp>
        <p:sp>
          <p:nvSpPr>
            <p:cNvPr id="26" name="AutoShape 14">
              <a:extLst>
                <a:ext uri="{FF2B5EF4-FFF2-40B4-BE49-F238E27FC236}">
                  <a16:creationId xmlns:a16="http://schemas.microsoft.com/office/drawing/2014/main" id="{D48305BC-A549-97B0-3B31-DBFBF5B8F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72</a:t>
              </a:r>
            </a:p>
          </p:txBody>
        </p:sp>
        <p:sp>
          <p:nvSpPr>
            <p:cNvPr id="32" name="AutoShape 16">
              <a:extLst>
                <a:ext uri="{FF2B5EF4-FFF2-40B4-BE49-F238E27FC236}">
                  <a16:creationId xmlns:a16="http://schemas.microsoft.com/office/drawing/2014/main" id="{003CB405-F825-BEB8-B794-60F1C680F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34" name="AutoShape 17">
              <a:extLst>
                <a:ext uri="{FF2B5EF4-FFF2-40B4-BE49-F238E27FC236}">
                  <a16:creationId xmlns:a16="http://schemas.microsoft.com/office/drawing/2014/main" id="{712171E2-6DAD-9244-C357-B1475A77C86B}"/>
                </a:ext>
              </a:extLst>
            </p:cNvPr>
            <p:cNvCxnSpPr>
              <a:cxnSpLocks noChangeShapeType="1"/>
              <a:stCxn id="26" idx="3"/>
              <a:endCxn id="32" idx="1"/>
            </p:cNvCxnSpPr>
            <p:nvPr/>
          </p:nvCxnSpPr>
          <p:spPr bwMode="auto">
            <a:xfrm>
              <a:off x="7696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AutoShape 18">
              <a:extLst>
                <a:ext uri="{FF2B5EF4-FFF2-40B4-BE49-F238E27FC236}">
                  <a16:creationId xmlns:a16="http://schemas.microsoft.com/office/drawing/2014/main" id="{FA931AA8-856E-77DC-28B9-8B3A97E057A8}"/>
                </a:ext>
              </a:extLst>
            </p:cNvPr>
            <p:cNvCxnSpPr>
              <a:cxnSpLocks noChangeShapeType="1"/>
              <a:stCxn id="32" idx="3"/>
            </p:cNvCxnSpPr>
            <p:nvPr/>
          </p:nvCxnSpPr>
          <p:spPr bwMode="auto">
            <a:xfrm>
              <a:off x="8686800" y="56388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" name="AutoShape 19">
              <a:extLst>
                <a:ext uri="{FF2B5EF4-FFF2-40B4-BE49-F238E27FC236}">
                  <a16:creationId xmlns:a16="http://schemas.microsoft.com/office/drawing/2014/main" id="{0AD13E43-7182-786E-1D17-BBF8F686B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39" name="AutoShape 20">
              <a:extLst>
                <a:ext uri="{FF2B5EF4-FFF2-40B4-BE49-F238E27FC236}">
                  <a16:creationId xmlns:a16="http://schemas.microsoft.com/office/drawing/2014/main" id="{70332983-F2C1-7B9C-7A5E-A98CDE216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51" name="AutoShape 23">
              <a:extLst>
                <a:ext uri="{FF2B5EF4-FFF2-40B4-BE49-F238E27FC236}">
                  <a16:creationId xmlns:a16="http://schemas.microsoft.com/office/drawing/2014/main" id="{8A70C3C8-D251-81E3-721E-A4FD18B2CE04}"/>
                </a:ext>
              </a:extLst>
            </p:cNvPr>
            <p:cNvCxnSpPr>
              <a:cxnSpLocks noChangeShapeType="1"/>
              <a:stCxn id="37" idx="2"/>
              <a:endCxn id="5" idx="0"/>
            </p:cNvCxnSpPr>
            <p:nvPr/>
          </p:nvCxnSpPr>
          <p:spPr bwMode="auto">
            <a:xfrm>
              <a:off x="4572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AutoShape 25">
              <a:extLst>
                <a:ext uri="{FF2B5EF4-FFF2-40B4-BE49-F238E27FC236}">
                  <a16:creationId xmlns:a16="http://schemas.microsoft.com/office/drawing/2014/main" id="{291209CA-11AB-580D-F2AF-1C3611FFA17E}"/>
                </a:ext>
              </a:extLst>
            </p:cNvPr>
            <p:cNvCxnSpPr>
              <a:cxnSpLocks noChangeShapeType="1"/>
              <a:stCxn id="37" idx="3"/>
              <a:endCxn id="39" idx="1"/>
            </p:cNvCxnSpPr>
            <p:nvPr/>
          </p:nvCxnSpPr>
          <p:spPr bwMode="auto">
            <a:xfrm>
              <a:off x="7620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AutoShape 26">
              <a:extLst>
                <a:ext uri="{FF2B5EF4-FFF2-40B4-BE49-F238E27FC236}">
                  <a16:creationId xmlns:a16="http://schemas.microsoft.com/office/drawing/2014/main" id="{C638DB97-656D-0C7A-5279-A7AFAFBA15F1}"/>
                </a:ext>
              </a:extLst>
            </p:cNvPr>
            <p:cNvCxnSpPr>
              <a:cxnSpLocks noChangeShapeType="1"/>
              <a:stCxn id="39" idx="3"/>
              <a:endCxn id="61" idx="1"/>
            </p:cNvCxnSpPr>
            <p:nvPr/>
          </p:nvCxnSpPr>
          <p:spPr bwMode="auto">
            <a:xfrm>
              <a:off x="27432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AutoShape 27">
              <a:extLst>
                <a:ext uri="{FF2B5EF4-FFF2-40B4-BE49-F238E27FC236}">
                  <a16:creationId xmlns:a16="http://schemas.microsoft.com/office/drawing/2014/main" id="{ACBD192B-A908-AC2A-9BAE-B031F6219BD9}"/>
                </a:ext>
              </a:extLst>
            </p:cNvPr>
            <p:cNvCxnSpPr>
              <a:cxnSpLocks noChangeShapeType="1"/>
              <a:stCxn id="39" idx="2"/>
              <a:endCxn id="10" idx="0"/>
            </p:cNvCxnSpPr>
            <p:nvPr/>
          </p:nvCxnSpPr>
          <p:spPr bwMode="auto">
            <a:xfrm>
              <a:off x="24384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AutoShape 28">
              <a:extLst>
                <a:ext uri="{FF2B5EF4-FFF2-40B4-BE49-F238E27FC236}">
                  <a16:creationId xmlns:a16="http://schemas.microsoft.com/office/drawing/2014/main" id="{156ECC6D-6A61-5C07-4535-F591B07D7F3B}"/>
                </a:ext>
              </a:extLst>
            </p:cNvPr>
            <p:cNvCxnSpPr>
              <a:cxnSpLocks noChangeShapeType="1"/>
              <a:stCxn id="16" idx="3"/>
              <a:endCxn id="20" idx="1"/>
            </p:cNvCxnSpPr>
            <p:nvPr/>
          </p:nvCxnSpPr>
          <p:spPr bwMode="auto">
            <a:xfrm>
              <a:off x="37338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AutoShape 29">
              <a:extLst>
                <a:ext uri="{FF2B5EF4-FFF2-40B4-BE49-F238E27FC236}">
                  <a16:creationId xmlns:a16="http://schemas.microsoft.com/office/drawing/2014/main" id="{FAB9B911-97BD-2256-3FFF-7D80C97D2905}"/>
                </a:ext>
              </a:extLst>
            </p:cNvPr>
            <p:cNvCxnSpPr>
              <a:cxnSpLocks noChangeShapeType="1"/>
              <a:stCxn id="20" idx="3"/>
              <a:endCxn id="21" idx="1"/>
            </p:cNvCxnSpPr>
            <p:nvPr/>
          </p:nvCxnSpPr>
          <p:spPr bwMode="auto">
            <a:xfrm>
              <a:off x="47244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AutoShape 30">
              <a:extLst>
                <a:ext uri="{FF2B5EF4-FFF2-40B4-BE49-F238E27FC236}">
                  <a16:creationId xmlns:a16="http://schemas.microsoft.com/office/drawing/2014/main" id="{7FD9785D-FF29-B669-7277-6CFDB10B295E}"/>
                </a:ext>
              </a:extLst>
            </p:cNvPr>
            <p:cNvCxnSpPr>
              <a:cxnSpLocks noChangeShapeType="1"/>
              <a:stCxn id="21" idx="3"/>
              <a:endCxn id="26" idx="1"/>
            </p:cNvCxnSpPr>
            <p:nvPr/>
          </p:nvCxnSpPr>
          <p:spPr bwMode="auto">
            <a:xfrm>
              <a:off x="5714999" y="5638800"/>
              <a:ext cx="1371601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" name="AutoShape 46">
              <a:extLst>
                <a:ext uri="{FF2B5EF4-FFF2-40B4-BE49-F238E27FC236}">
                  <a16:creationId xmlns:a16="http://schemas.microsoft.com/office/drawing/2014/main" id="{890E7802-E444-3FDD-011D-2CCE83A12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62" name="AutoShape 47">
              <a:extLst>
                <a:ext uri="{FF2B5EF4-FFF2-40B4-BE49-F238E27FC236}">
                  <a16:creationId xmlns:a16="http://schemas.microsoft.com/office/drawing/2014/main" id="{AE2B0236-A910-CD49-97FD-E30045BD69F2}"/>
                </a:ext>
              </a:extLst>
            </p:cNvPr>
            <p:cNvCxnSpPr>
              <a:cxnSpLocks noChangeShapeType="1"/>
              <a:stCxn id="61" idx="3"/>
              <a:endCxn id="64" idx="1"/>
            </p:cNvCxnSpPr>
            <p:nvPr/>
          </p:nvCxnSpPr>
          <p:spPr bwMode="auto">
            <a:xfrm>
              <a:off x="4724400" y="46482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AutoShape 48">
              <a:extLst>
                <a:ext uri="{FF2B5EF4-FFF2-40B4-BE49-F238E27FC236}">
                  <a16:creationId xmlns:a16="http://schemas.microsoft.com/office/drawing/2014/main" id="{F469D1D5-6363-1458-5724-0CE4BF31A1EA}"/>
                </a:ext>
              </a:extLst>
            </p:cNvPr>
            <p:cNvCxnSpPr>
              <a:cxnSpLocks noChangeShapeType="1"/>
              <a:stCxn id="61" idx="2"/>
              <a:endCxn id="20" idx="0"/>
            </p:cNvCxnSpPr>
            <p:nvPr/>
          </p:nvCxnSpPr>
          <p:spPr bwMode="auto">
            <a:xfrm>
              <a:off x="44196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" name="AutoShape 49">
              <a:extLst>
                <a:ext uri="{FF2B5EF4-FFF2-40B4-BE49-F238E27FC236}">
                  <a16:creationId xmlns:a16="http://schemas.microsoft.com/office/drawing/2014/main" id="{2C664948-D27C-70A9-8880-8AACA1EE7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65" name="AutoShape 50">
              <a:extLst>
                <a:ext uri="{FF2B5EF4-FFF2-40B4-BE49-F238E27FC236}">
                  <a16:creationId xmlns:a16="http://schemas.microsoft.com/office/drawing/2014/main" id="{8ED4A429-79D8-64FD-CCFA-B13590BD9F86}"/>
                </a:ext>
              </a:extLst>
            </p:cNvPr>
            <p:cNvCxnSpPr>
              <a:cxnSpLocks noChangeShapeType="1"/>
              <a:stCxn id="64" idx="2"/>
              <a:endCxn id="32" idx="0"/>
            </p:cNvCxnSpPr>
            <p:nvPr/>
          </p:nvCxnSpPr>
          <p:spPr bwMode="auto">
            <a:xfrm>
              <a:off x="83820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6" name="AutoShape 51">
              <a:extLst>
                <a:ext uri="{FF2B5EF4-FFF2-40B4-BE49-F238E27FC236}">
                  <a16:creationId xmlns:a16="http://schemas.microsoft.com/office/drawing/2014/main" id="{28FF93B2-B5C2-5B89-08C8-34E0FBCB7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cxnSp>
          <p:nvCxnSpPr>
            <p:cNvPr id="67" name="AutoShape 52">
              <a:extLst>
                <a:ext uri="{FF2B5EF4-FFF2-40B4-BE49-F238E27FC236}">
                  <a16:creationId xmlns:a16="http://schemas.microsoft.com/office/drawing/2014/main" id="{C9D1C572-ABE6-F8BE-A971-B7A4A2D2464D}"/>
                </a:ext>
              </a:extLst>
            </p:cNvPr>
            <p:cNvCxnSpPr>
              <a:cxnSpLocks noChangeShapeType="1"/>
              <a:stCxn id="66" idx="2"/>
              <a:endCxn id="37" idx="0"/>
            </p:cNvCxnSpPr>
            <p:nvPr/>
          </p:nvCxnSpPr>
          <p:spPr bwMode="auto">
            <a:xfrm>
              <a:off x="4572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8" name="AutoShape 53">
              <a:extLst>
                <a:ext uri="{FF2B5EF4-FFF2-40B4-BE49-F238E27FC236}">
                  <a16:creationId xmlns:a16="http://schemas.microsoft.com/office/drawing/2014/main" id="{CC16238E-2F0A-83D7-8AE3-C1AF8E803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69" name="AutoShape 54">
              <a:extLst>
                <a:ext uri="{FF2B5EF4-FFF2-40B4-BE49-F238E27FC236}">
                  <a16:creationId xmlns:a16="http://schemas.microsoft.com/office/drawing/2014/main" id="{2FC42B85-4D66-64B2-0B71-C686CF903273}"/>
                </a:ext>
              </a:extLst>
            </p:cNvPr>
            <p:cNvCxnSpPr>
              <a:cxnSpLocks noChangeShapeType="1"/>
              <a:stCxn id="68" idx="2"/>
              <a:endCxn id="61" idx="0"/>
            </p:cNvCxnSpPr>
            <p:nvPr/>
          </p:nvCxnSpPr>
          <p:spPr bwMode="auto">
            <a:xfrm>
              <a:off x="44196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0" name="AutoShape 55">
              <a:extLst>
                <a:ext uri="{FF2B5EF4-FFF2-40B4-BE49-F238E27FC236}">
                  <a16:creationId xmlns:a16="http://schemas.microsoft.com/office/drawing/2014/main" id="{1AA3D9BF-3430-AED0-8E87-9D263C666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71" name="AutoShape 56">
              <a:extLst>
                <a:ext uri="{FF2B5EF4-FFF2-40B4-BE49-F238E27FC236}">
                  <a16:creationId xmlns:a16="http://schemas.microsoft.com/office/drawing/2014/main" id="{EB2AED76-55C1-6FAE-DF53-B4F349F3080A}"/>
                </a:ext>
              </a:extLst>
            </p:cNvPr>
            <p:cNvCxnSpPr>
              <a:cxnSpLocks noChangeShapeType="1"/>
              <a:stCxn id="70" idx="2"/>
              <a:endCxn id="64" idx="0"/>
            </p:cNvCxnSpPr>
            <p:nvPr/>
          </p:nvCxnSpPr>
          <p:spPr bwMode="auto">
            <a:xfrm>
              <a:off x="83820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AutoShape 57">
              <a:extLst>
                <a:ext uri="{FF2B5EF4-FFF2-40B4-BE49-F238E27FC236}">
                  <a16:creationId xmlns:a16="http://schemas.microsoft.com/office/drawing/2014/main" id="{33693ED0-2D44-90B1-2C02-4B8880844288}"/>
                </a:ext>
              </a:extLst>
            </p:cNvPr>
            <p:cNvCxnSpPr>
              <a:cxnSpLocks noChangeShapeType="1"/>
              <a:stCxn id="66" idx="3"/>
              <a:endCxn id="68" idx="1"/>
            </p:cNvCxnSpPr>
            <p:nvPr/>
          </p:nvCxnSpPr>
          <p:spPr bwMode="auto">
            <a:xfrm>
              <a:off x="7620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AutoShape 58">
              <a:extLst>
                <a:ext uri="{FF2B5EF4-FFF2-40B4-BE49-F238E27FC236}">
                  <a16:creationId xmlns:a16="http://schemas.microsoft.com/office/drawing/2014/main" id="{D5CE9C8F-0667-0223-331F-7B185A2DB9C4}"/>
                </a:ext>
              </a:extLst>
            </p:cNvPr>
            <p:cNvCxnSpPr>
              <a:cxnSpLocks noChangeShapeType="1"/>
              <a:stCxn id="68" idx="3"/>
              <a:endCxn id="70" idx="1"/>
            </p:cNvCxnSpPr>
            <p:nvPr/>
          </p:nvCxnSpPr>
          <p:spPr bwMode="auto">
            <a:xfrm>
              <a:off x="47244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4" name="AutoShape 59">
              <a:extLst>
                <a:ext uri="{FF2B5EF4-FFF2-40B4-BE49-F238E27FC236}">
                  <a16:creationId xmlns:a16="http://schemas.microsoft.com/office/drawing/2014/main" id="{392455A0-6C15-94FB-4FDB-5E9A027E7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75" name="AutoShape 60">
              <a:extLst>
                <a:ext uri="{FF2B5EF4-FFF2-40B4-BE49-F238E27FC236}">
                  <a16:creationId xmlns:a16="http://schemas.microsoft.com/office/drawing/2014/main" id="{20C27D5B-FB83-57CA-F716-B2F68803B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76" name="AutoShape 61">
              <a:extLst>
                <a:ext uri="{FF2B5EF4-FFF2-40B4-BE49-F238E27FC236}">
                  <a16:creationId xmlns:a16="http://schemas.microsoft.com/office/drawing/2014/main" id="{2C7EE14B-E7DE-6841-436E-F118EC223BBC}"/>
                </a:ext>
              </a:extLst>
            </p:cNvPr>
            <p:cNvCxnSpPr>
              <a:cxnSpLocks noChangeShapeType="1"/>
              <a:stCxn id="74" idx="3"/>
              <a:endCxn id="75" idx="1"/>
            </p:cNvCxnSpPr>
            <p:nvPr/>
          </p:nvCxnSpPr>
          <p:spPr bwMode="auto">
            <a:xfrm>
              <a:off x="762000" y="2667000"/>
              <a:ext cx="7315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AutoShape 62">
              <a:extLst>
                <a:ext uri="{FF2B5EF4-FFF2-40B4-BE49-F238E27FC236}">
                  <a16:creationId xmlns:a16="http://schemas.microsoft.com/office/drawing/2014/main" id="{068649C7-48D9-2EC2-EA44-B097E54A2FD7}"/>
                </a:ext>
              </a:extLst>
            </p:cNvPr>
            <p:cNvCxnSpPr>
              <a:cxnSpLocks noChangeShapeType="1"/>
              <a:stCxn id="74" idx="2"/>
              <a:endCxn id="66" idx="0"/>
            </p:cNvCxnSpPr>
            <p:nvPr/>
          </p:nvCxnSpPr>
          <p:spPr bwMode="auto">
            <a:xfrm>
              <a:off x="4572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" name="AutoShape 63">
              <a:extLst>
                <a:ext uri="{FF2B5EF4-FFF2-40B4-BE49-F238E27FC236}">
                  <a16:creationId xmlns:a16="http://schemas.microsoft.com/office/drawing/2014/main" id="{E470B6A4-BB72-D3B9-1F62-6B2DB464D987}"/>
                </a:ext>
              </a:extLst>
            </p:cNvPr>
            <p:cNvCxnSpPr>
              <a:cxnSpLocks noChangeShapeType="1"/>
              <a:stCxn id="75" idx="2"/>
              <a:endCxn id="70" idx="0"/>
            </p:cNvCxnSpPr>
            <p:nvPr/>
          </p:nvCxnSpPr>
          <p:spPr bwMode="auto">
            <a:xfrm>
              <a:off x="83820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" name="AutoShape 64">
              <a:extLst>
                <a:ext uri="{FF2B5EF4-FFF2-40B4-BE49-F238E27FC236}">
                  <a16:creationId xmlns:a16="http://schemas.microsoft.com/office/drawing/2014/main" id="{26A8AC6E-55FC-B0B6-3D82-F266EF115376}"/>
                </a:ext>
              </a:extLst>
            </p:cNvPr>
            <p:cNvCxnSpPr>
              <a:cxnSpLocks noChangeShapeType="1"/>
              <a:stCxn id="64" idx="3"/>
            </p:cNvCxnSpPr>
            <p:nvPr/>
          </p:nvCxnSpPr>
          <p:spPr bwMode="auto">
            <a:xfrm>
              <a:off x="8686800" y="46482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AutoShape 65">
              <a:extLst>
                <a:ext uri="{FF2B5EF4-FFF2-40B4-BE49-F238E27FC236}">
                  <a16:creationId xmlns:a16="http://schemas.microsoft.com/office/drawing/2014/main" id="{637334CC-85B6-01C4-7732-D66FF62A9658}"/>
                </a:ext>
              </a:extLst>
            </p:cNvPr>
            <p:cNvCxnSpPr>
              <a:cxnSpLocks noChangeShapeType="1"/>
              <a:stCxn id="70" idx="3"/>
            </p:cNvCxnSpPr>
            <p:nvPr/>
          </p:nvCxnSpPr>
          <p:spPr bwMode="auto">
            <a:xfrm>
              <a:off x="8686800" y="36576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AutoShape 66">
              <a:extLst>
                <a:ext uri="{FF2B5EF4-FFF2-40B4-BE49-F238E27FC236}">
                  <a16:creationId xmlns:a16="http://schemas.microsoft.com/office/drawing/2014/main" id="{E778ED8B-3D5D-EC05-8359-99E7E9A09BE0}"/>
                </a:ext>
              </a:extLst>
            </p:cNvPr>
            <p:cNvCxnSpPr>
              <a:cxnSpLocks noChangeShapeType="1"/>
              <a:stCxn id="75" idx="3"/>
            </p:cNvCxnSpPr>
            <p:nvPr/>
          </p:nvCxnSpPr>
          <p:spPr bwMode="auto">
            <a:xfrm>
              <a:off x="8686800" y="26670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3">
                <a:extLst>
                  <a:ext uri="{FF2B5EF4-FFF2-40B4-BE49-F238E27FC236}">
                    <a16:creationId xmlns:a16="http://schemas.microsoft.com/office/drawing/2014/main" id="{900CD83F-DA55-6EFA-4914-1CF9FA0359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INSERT(</a:t>
                </a:r>
                <a14:m>
                  <m:oMath xmlns:m="http://schemas.openxmlformats.org/officeDocument/2006/math">
                    <m:r>
                      <a:rPr lang="en-US" altLang="en-US" sz="2000" b="1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𝒙</m:t>
                    </m:r>
                  </m:oMath>
                </a14:m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) </a:t>
                </a:r>
                <a:r>
                  <a:rPr lang="en-US" altLang="en-US" sz="2000" kern="0" dirty="0">
                    <a:ea typeface="Arial Unicode MS" pitchFamily="34" charset="-122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𝑥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.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𝑘𝑒𝑦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=75 </m:t>
                    </m:r>
                  </m:oMath>
                </a14:m>
                <a:endParaRPr lang="en-US" altLang="en-US" sz="2000" kern="0" dirty="0"/>
              </a:p>
            </p:txBody>
          </p:sp>
        </mc:Choice>
        <mc:Fallback xmlns="">
          <p:sp>
            <p:nvSpPr>
              <p:cNvPr id="82" name="Rectangle 3">
                <a:extLst>
                  <a:ext uri="{FF2B5EF4-FFF2-40B4-BE49-F238E27FC236}">
                    <a16:creationId xmlns:a16="http://schemas.microsoft.com/office/drawing/2014/main" id="{900CD83F-DA55-6EFA-4914-1CF9FA035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blipFill>
                <a:blip r:embed="rId3"/>
                <a:stretch>
                  <a:fillRect l="-1259" t="-32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Arrow: Right 82">
            <a:extLst>
              <a:ext uri="{FF2B5EF4-FFF2-40B4-BE49-F238E27FC236}">
                <a16:creationId xmlns:a16="http://schemas.microsoft.com/office/drawing/2014/main" id="{73A3F05E-E2D5-B201-4390-059EB1FA4823}"/>
              </a:ext>
            </a:extLst>
          </p:cNvPr>
          <p:cNvSpPr/>
          <p:nvPr/>
        </p:nvSpPr>
        <p:spPr>
          <a:xfrm rot="18386188">
            <a:off x="5962183" y="5992093"/>
            <a:ext cx="902656" cy="17040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2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Insert in skip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</p:spPr>
            <p:txBody>
              <a:bodyPr/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INSERT(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):</a:t>
                </a:r>
                <a:r>
                  <a:rPr lang="en-US" sz="2200" dirty="0"/>
                  <a:t> when inserting an element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, </a:t>
                </a:r>
              </a:p>
              <a:p>
                <a:pPr marL="801687" lvl="1" indent="-457200">
                  <a:buFont typeface="+mj-lt"/>
                  <a:buAutoNum type="arabicParenR"/>
                </a:pPr>
                <a:r>
                  <a:rPr lang="en-US" sz="2000" dirty="0">
                    <a:solidFill>
                      <a:srgbClr val="0000FF"/>
                    </a:solidFill>
                  </a:rPr>
                  <a:t>always insert it into the bottom list </a:t>
                </a:r>
                <a:r>
                  <a:rPr lang="en-US" sz="2000" dirty="0"/>
                  <a:t>by using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SEARCH(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𝒌𝒆𝒚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) </a:t>
                </a:r>
                <a:r>
                  <a:rPr lang="en-US" sz="2000" dirty="0"/>
                  <a:t>to decide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should be inserted. </a:t>
                </a:r>
              </a:p>
              <a:p>
                <a:pPr marL="344487" lvl="1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  <a:blipFill>
                <a:blip r:embed="rId2"/>
                <a:stretch>
                  <a:fillRect l="-148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CCB4882-9A52-AB47-7439-D0AB57BA0B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INSERT(</a:t>
                </a:r>
                <a14:m>
                  <m:oMath xmlns:m="http://schemas.openxmlformats.org/officeDocument/2006/math">
                    <m:r>
                      <a:rPr lang="en-US" altLang="en-US" sz="2000" b="1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𝒙</m:t>
                    </m:r>
                  </m:oMath>
                </a14:m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) </a:t>
                </a:r>
                <a:r>
                  <a:rPr lang="en-US" altLang="en-US" sz="2000" kern="0" dirty="0">
                    <a:ea typeface="Arial Unicode MS" pitchFamily="34" charset="-122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𝑥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.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𝑘𝑒𝑦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=75 </m:t>
                    </m:r>
                  </m:oMath>
                </a14:m>
                <a:endParaRPr lang="en-US" altLang="en-US" sz="2000" kern="0" dirty="0"/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CCB4882-9A52-AB47-7439-D0AB57BA0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blipFill>
                <a:blip r:embed="rId3"/>
                <a:stretch>
                  <a:fillRect l="-1259" t="-32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742FA4EF-8860-EA02-AF13-DE41E3307384}"/>
              </a:ext>
            </a:extLst>
          </p:cNvPr>
          <p:cNvGrpSpPr/>
          <p:nvPr/>
        </p:nvGrpSpPr>
        <p:grpSpPr>
          <a:xfrm>
            <a:off x="1259632" y="3356992"/>
            <a:ext cx="6219800" cy="2370584"/>
            <a:chOff x="152400" y="2362200"/>
            <a:chExt cx="8915400" cy="3581400"/>
          </a:xfrm>
        </p:grpSpPr>
        <p:sp>
          <p:nvSpPr>
            <p:cNvPr id="11" name="AutoShape 4">
              <a:extLst>
                <a:ext uri="{FF2B5EF4-FFF2-40B4-BE49-F238E27FC236}">
                  <a16:creationId xmlns:a16="http://schemas.microsoft.com/office/drawing/2014/main" id="{E4B884A7-7F69-3BFC-1E6E-76ADD4A4E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12" name="AutoShape 5">
              <a:extLst>
                <a:ext uri="{FF2B5EF4-FFF2-40B4-BE49-F238E27FC236}">
                  <a16:creationId xmlns:a16="http://schemas.microsoft.com/office/drawing/2014/main" id="{77918132-E6BD-1AAE-28EE-5AEE065B5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23</a:t>
              </a:r>
            </a:p>
          </p:txBody>
        </p:sp>
        <p:cxnSp>
          <p:nvCxnSpPr>
            <p:cNvPr id="13" name="AutoShape 6">
              <a:extLst>
                <a:ext uri="{FF2B5EF4-FFF2-40B4-BE49-F238E27FC236}">
                  <a16:creationId xmlns:a16="http://schemas.microsoft.com/office/drawing/2014/main" id="{47E25339-A590-BBCE-51C9-837A21D4F856}"/>
                </a:ext>
              </a:extLst>
            </p:cNvPr>
            <p:cNvCxnSpPr>
              <a:cxnSpLocks noChangeShapeType="1"/>
              <a:stCxn id="11" idx="3"/>
              <a:endCxn id="12" idx="1"/>
            </p:cNvCxnSpPr>
            <p:nvPr/>
          </p:nvCxnSpPr>
          <p:spPr bwMode="auto">
            <a:xfrm>
              <a:off x="762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AutoShape 7">
              <a:extLst>
                <a:ext uri="{FF2B5EF4-FFF2-40B4-BE49-F238E27FC236}">
                  <a16:creationId xmlns:a16="http://schemas.microsoft.com/office/drawing/2014/main" id="{1303C6D9-9A97-5F23-730F-2EB4A5158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18" name="AutoShape 8">
              <a:extLst>
                <a:ext uri="{FF2B5EF4-FFF2-40B4-BE49-F238E27FC236}">
                  <a16:creationId xmlns:a16="http://schemas.microsoft.com/office/drawing/2014/main" id="{DF497D99-5DEC-8770-B5F7-58A51EC83C46}"/>
                </a:ext>
              </a:extLst>
            </p:cNvPr>
            <p:cNvCxnSpPr>
              <a:cxnSpLocks noChangeShapeType="1"/>
              <a:stCxn id="12" idx="3"/>
              <a:endCxn id="14" idx="1"/>
            </p:cNvCxnSpPr>
            <p:nvPr/>
          </p:nvCxnSpPr>
          <p:spPr bwMode="auto">
            <a:xfrm>
              <a:off x="1752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AutoShape 9">
              <a:extLst>
                <a:ext uri="{FF2B5EF4-FFF2-40B4-BE49-F238E27FC236}">
                  <a16:creationId xmlns:a16="http://schemas.microsoft.com/office/drawing/2014/main" id="{6B687EC6-8871-C495-AE55-FBFB015F3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42</a:t>
              </a:r>
            </a:p>
          </p:txBody>
        </p:sp>
        <p:cxnSp>
          <p:nvCxnSpPr>
            <p:cNvPr id="22" name="AutoShape 10">
              <a:extLst>
                <a:ext uri="{FF2B5EF4-FFF2-40B4-BE49-F238E27FC236}">
                  <a16:creationId xmlns:a16="http://schemas.microsoft.com/office/drawing/2014/main" id="{0E603E23-2AF3-2C25-7E66-84A7DC615084}"/>
                </a:ext>
              </a:extLst>
            </p:cNvPr>
            <p:cNvCxnSpPr>
              <a:cxnSpLocks noChangeShapeType="1"/>
              <a:stCxn id="14" idx="3"/>
              <a:endCxn id="19" idx="1"/>
            </p:cNvCxnSpPr>
            <p:nvPr/>
          </p:nvCxnSpPr>
          <p:spPr bwMode="auto">
            <a:xfrm>
              <a:off x="2743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52B6E0F4-8F0B-990D-6DE6-9479950D4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sp>
          <p:nvSpPr>
            <p:cNvPr id="24" name="AutoShape 12">
              <a:extLst>
                <a:ext uri="{FF2B5EF4-FFF2-40B4-BE49-F238E27FC236}">
                  <a16:creationId xmlns:a16="http://schemas.microsoft.com/office/drawing/2014/main" id="{F370BA7E-ABFD-E03E-4F45-5687C336A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59</a:t>
              </a:r>
            </a:p>
          </p:txBody>
        </p:sp>
        <p:sp>
          <p:nvSpPr>
            <p:cNvPr id="25" name="AutoShape 13">
              <a:extLst>
                <a:ext uri="{FF2B5EF4-FFF2-40B4-BE49-F238E27FC236}">
                  <a16:creationId xmlns:a16="http://schemas.microsoft.com/office/drawing/2014/main" id="{A0F03DA0-44AD-D899-298B-D8DA5F675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 dirty="0">
                  <a:solidFill>
                    <a:srgbClr val="008A87"/>
                  </a:solidFill>
                  <a:ea typeface="Arial Unicode MS" pitchFamily="34" charset="-122"/>
                </a:rPr>
                <a:t>72</a:t>
              </a:r>
            </a:p>
          </p:txBody>
        </p:sp>
        <p:sp>
          <p:nvSpPr>
            <p:cNvPr id="27" name="AutoShape 14">
              <a:extLst>
                <a:ext uri="{FF2B5EF4-FFF2-40B4-BE49-F238E27FC236}">
                  <a16:creationId xmlns:a16="http://schemas.microsoft.com/office/drawing/2014/main" id="{FED1DA2D-C799-2A46-DFA6-B3BAE2EDD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 dirty="0">
                  <a:solidFill>
                    <a:srgbClr val="008A87"/>
                  </a:solidFill>
                  <a:ea typeface="Arial Unicode MS" pitchFamily="34" charset="-122"/>
                </a:rPr>
                <a:t>75</a:t>
              </a:r>
            </a:p>
          </p:txBody>
        </p:sp>
        <p:cxnSp>
          <p:nvCxnSpPr>
            <p:cNvPr id="28" name="AutoShape 15">
              <a:extLst>
                <a:ext uri="{FF2B5EF4-FFF2-40B4-BE49-F238E27FC236}">
                  <a16:creationId xmlns:a16="http://schemas.microsoft.com/office/drawing/2014/main" id="{155EBEDF-DD48-C486-E963-CBE677BCCECC}"/>
                </a:ext>
              </a:extLst>
            </p:cNvPr>
            <p:cNvCxnSpPr>
              <a:cxnSpLocks noChangeShapeType="1"/>
              <a:stCxn id="25" idx="3"/>
              <a:endCxn id="27" idx="1"/>
            </p:cNvCxnSpPr>
            <p:nvPr/>
          </p:nvCxnSpPr>
          <p:spPr bwMode="auto">
            <a:xfrm>
              <a:off x="6705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AutoShape 16">
              <a:extLst>
                <a:ext uri="{FF2B5EF4-FFF2-40B4-BE49-F238E27FC236}">
                  <a16:creationId xmlns:a16="http://schemas.microsoft.com/office/drawing/2014/main" id="{A56F1DCD-1F02-97C5-CE69-DBB9EA555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30" name="AutoShape 17">
              <a:extLst>
                <a:ext uri="{FF2B5EF4-FFF2-40B4-BE49-F238E27FC236}">
                  <a16:creationId xmlns:a16="http://schemas.microsoft.com/office/drawing/2014/main" id="{52CE560D-C015-EA8F-8A9F-EBC9E1977C8E}"/>
                </a:ext>
              </a:extLst>
            </p:cNvPr>
            <p:cNvCxnSpPr>
              <a:cxnSpLocks noChangeShapeType="1"/>
              <a:stCxn id="27" idx="3"/>
              <a:endCxn id="29" idx="1"/>
            </p:cNvCxnSpPr>
            <p:nvPr/>
          </p:nvCxnSpPr>
          <p:spPr bwMode="auto">
            <a:xfrm>
              <a:off x="7696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AutoShape 18">
              <a:extLst>
                <a:ext uri="{FF2B5EF4-FFF2-40B4-BE49-F238E27FC236}">
                  <a16:creationId xmlns:a16="http://schemas.microsoft.com/office/drawing/2014/main" id="{B0A81FF7-7119-B838-E0B7-5EF8297D0A49}"/>
                </a:ext>
              </a:extLst>
            </p:cNvPr>
            <p:cNvCxnSpPr>
              <a:cxnSpLocks noChangeShapeType="1"/>
              <a:stCxn id="29" idx="3"/>
            </p:cNvCxnSpPr>
            <p:nvPr/>
          </p:nvCxnSpPr>
          <p:spPr bwMode="auto">
            <a:xfrm>
              <a:off x="8686800" y="56388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AutoShape 19">
              <a:extLst>
                <a:ext uri="{FF2B5EF4-FFF2-40B4-BE49-F238E27FC236}">
                  <a16:creationId xmlns:a16="http://schemas.microsoft.com/office/drawing/2014/main" id="{483E835C-356F-6C99-6DC6-08FDA3254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35" name="AutoShape 20">
              <a:extLst>
                <a:ext uri="{FF2B5EF4-FFF2-40B4-BE49-F238E27FC236}">
                  <a16:creationId xmlns:a16="http://schemas.microsoft.com/office/drawing/2014/main" id="{0B68CBA2-6C14-91BE-BD05-858EE2662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38" name="AutoShape 23">
              <a:extLst>
                <a:ext uri="{FF2B5EF4-FFF2-40B4-BE49-F238E27FC236}">
                  <a16:creationId xmlns:a16="http://schemas.microsoft.com/office/drawing/2014/main" id="{DF5C2DF5-5502-E1D5-0E11-5106BE4EF6CE}"/>
                </a:ext>
              </a:extLst>
            </p:cNvPr>
            <p:cNvCxnSpPr>
              <a:cxnSpLocks noChangeShapeType="1"/>
              <a:stCxn id="33" idx="2"/>
              <a:endCxn id="11" idx="0"/>
            </p:cNvCxnSpPr>
            <p:nvPr/>
          </p:nvCxnSpPr>
          <p:spPr bwMode="auto">
            <a:xfrm>
              <a:off x="4572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AutoShape 25">
              <a:extLst>
                <a:ext uri="{FF2B5EF4-FFF2-40B4-BE49-F238E27FC236}">
                  <a16:creationId xmlns:a16="http://schemas.microsoft.com/office/drawing/2014/main" id="{2B71A87D-7728-C40D-5758-043885290C14}"/>
                </a:ext>
              </a:extLst>
            </p:cNvPr>
            <p:cNvCxnSpPr>
              <a:cxnSpLocks noChangeShapeType="1"/>
              <a:stCxn id="33" idx="3"/>
              <a:endCxn id="35" idx="1"/>
            </p:cNvCxnSpPr>
            <p:nvPr/>
          </p:nvCxnSpPr>
          <p:spPr bwMode="auto">
            <a:xfrm>
              <a:off x="7620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AutoShape 26">
              <a:extLst>
                <a:ext uri="{FF2B5EF4-FFF2-40B4-BE49-F238E27FC236}">
                  <a16:creationId xmlns:a16="http://schemas.microsoft.com/office/drawing/2014/main" id="{D2B463B4-9CBD-EF55-1610-B1869867B39D}"/>
                </a:ext>
              </a:extLst>
            </p:cNvPr>
            <p:cNvCxnSpPr>
              <a:cxnSpLocks noChangeShapeType="1"/>
              <a:stCxn id="35" idx="3"/>
              <a:endCxn id="46" idx="1"/>
            </p:cNvCxnSpPr>
            <p:nvPr/>
          </p:nvCxnSpPr>
          <p:spPr bwMode="auto">
            <a:xfrm>
              <a:off x="27432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AutoShape 27">
              <a:extLst>
                <a:ext uri="{FF2B5EF4-FFF2-40B4-BE49-F238E27FC236}">
                  <a16:creationId xmlns:a16="http://schemas.microsoft.com/office/drawing/2014/main" id="{230A31BE-232C-561D-420B-2EE850EC7CC6}"/>
                </a:ext>
              </a:extLst>
            </p:cNvPr>
            <p:cNvCxnSpPr>
              <a:cxnSpLocks noChangeShapeType="1"/>
              <a:stCxn id="35" idx="2"/>
              <a:endCxn id="14" idx="0"/>
            </p:cNvCxnSpPr>
            <p:nvPr/>
          </p:nvCxnSpPr>
          <p:spPr bwMode="auto">
            <a:xfrm>
              <a:off x="24384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28">
              <a:extLst>
                <a:ext uri="{FF2B5EF4-FFF2-40B4-BE49-F238E27FC236}">
                  <a16:creationId xmlns:a16="http://schemas.microsoft.com/office/drawing/2014/main" id="{2861B698-E212-2CCF-5D31-F7D19BDC2F42}"/>
                </a:ext>
              </a:extLst>
            </p:cNvPr>
            <p:cNvCxnSpPr>
              <a:cxnSpLocks noChangeShapeType="1"/>
              <a:stCxn id="19" idx="3"/>
              <a:endCxn id="23" idx="1"/>
            </p:cNvCxnSpPr>
            <p:nvPr/>
          </p:nvCxnSpPr>
          <p:spPr bwMode="auto">
            <a:xfrm>
              <a:off x="37338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29">
              <a:extLst>
                <a:ext uri="{FF2B5EF4-FFF2-40B4-BE49-F238E27FC236}">
                  <a16:creationId xmlns:a16="http://schemas.microsoft.com/office/drawing/2014/main" id="{5DB86DD5-396E-616F-7AD8-CD3EDD5105AC}"/>
                </a:ext>
              </a:extLst>
            </p:cNvPr>
            <p:cNvCxnSpPr>
              <a:cxnSpLocks noChangeShapeType="1"/>
              <a:stCxn id="23" idx="3"/>
              <a:endCxn id="24" idx="1"/>
            </p:cNvCxnSpPr>
            <p:nvPr/>
          </p:nvCxnSpPr>
          <p:spPr bwMode="auto">
            <a:xfrm>
              <a:off x="47244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30">
              <a:extLst>
                <a:ext uri="{FF2B5EF4-FFF2-40B4-BE49-F238E27FC236}">
                  <a16:creationId xmlns:a16="http://schemas.microsoft.com/office/drawing/2014/main" id="{26F87D92-1F17-E254-918B-CABC3E587C28}"/>
                </a:ext>
              </a:extLst>
            </p:cNvPr>
            <p:cNvCxnSpPr>
              <a:cxnSpLocks noChangeShapeType="1"/>
              <a:stCxn id="24" idx="3"/>
              <a:endCxn id="25" idx="1"/>
            </p:cNvCxnSpPr>
            <p:nvPr/>
          </p:nvCxnSpPr>
          <p:spPr bwMode="auto">
            <a:xfrm>
              <a:off x="5715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AutoShape 46">
              <a:extLst>
                <a:ext uri="{FF2B5EF4-FFF2-40B4-BE49-F238E27FC236}">
                  <a16:creationId xmlns:a16="http://schemas.microsoft.com/office/drawing/2014/main" id="{3ED7F869-7F5D-D42D-B265-5E51C08A4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47" name="AutoShape 47">
              <a:extLst>
                <a:ext uri="{FF2B5EF4-FFF2-40B4-BE49-F238E27FC236}">
                  <a16:creationId xmlns:a16="http://schemas.microsoft.com/office/drawing/2014/main" id="{D3D73143-708F-D774-FC5D-E97672A55965}"/>
                </a:ext>
              </a:extLst>
            </p:cNvPr>
            <p:cNvCxnSpPr>
              <a:cxnSpLocks noChangeShapeType="1"/>
              <a:stCxn id="46" idx="3"/>
              <a:endCxn id="49" idx="1"/>
            </p:cNvCxnSpPr>
            <p:nvPr/>
          </p:nvCxnSpPr>
          <p:spPr bwMode="auto">
            <a:xfrm>
              <a:off x="4724400" y="46482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AutoShape 48">
              <a:extLst>
                <a:ext uri="{FF2B5EF4-FFF2-40B4-BE49-F238E27FC236}">
                  <a16:creationId xmlns:a16="http://schemas.microsoft.com/office/drawing/2014/main" id="{0FD26467-39E5-868A-7206-1E203A7A1DDA}"/>
                </a:ext>
              </a:extLst>
            </p:cNvPr>
            <p:cNvCxnSpPr>
              <a:cxnSpLocks noChangeShapeType="1"/>
              <a:stCxn id="46" idx="2"/>
              <a:endCxn id="23" idx="0"/>
            </p:cNvCxnSpPr>
            <p:nvPr/>
          </p:nvCxnSpPr>
          <p:spPr bwMode="auto">
            <a:xfrm>
              <a:off x="44196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AutoShape 49">
              <a:extLst>
                <a:ext uri="{FF2B5EF4-FFF2-40B4-BE49-F238E27FC236}">
                  <a16:creationId xmlns:a16="http://schemas.microsoft.com/office/drawing/2014/main" id="{C8827D02-05A5-88D5-1177-223CFE307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50" name="AutoShape 50">
              <a:extLst>
                <a:ext uri="{FF2B5EF4-FFF2-40B4-BE49-F238E27FC236}">
                  <a16:creationId xmlns:a16="http://schemas.microsoft.com/office/drawing/2014/main" id="{B290479C-EC81-5243-D1B0-ACC0FDA021DE}"/>
                </a:ext>
              </a:extLst>
            </p:cNvPr>
            <p:cNvCxnSpPr>
              <a:cxnSpLocks noChangeShapeType="1"/>
              <a:stCxn id="49" idx="2"/>
              <a:endCxn id="29" idx="0"/>
            </p:cNvCxnSpPr>
            <p:nvPr/>
          </p:nvCxnSpPr>
          <p:spPr bwMode="auto">
            <a:xfrm>
              <a:off x="83820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5" name="AutoShape 51">
              <a:extLst>
                <a:ext uri="{FF2B5EF4-FFF2-40B4-BE49-F238E27FC236}">
                  <a16:creationId xmlns:a16="http://schemas.microsoft.com/office/drawing/2014/main" id="{E05AE5B1-D600-D197-496D-809101E38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cxnSp>
          <p:nvCxnSpPr>
            <p:cNvPr id="56" name="AutoShape 52">
              <a:extLst>
                <a:ext uri="{FF2B5EF4-FFF2-40B4-BE49-F238E27FC236}">
                  <a16:creationId xmlns:a16="http://schemas.microsoft.com/office/drawing/2014/main" id="{CC30481A-6CFD-611E-2900-427BD5145C02}"/>
                </a:ext>
              </a:extLst>
            </p:cNvPr>
            <p:cNvCxnSpPr>
              <a:cxnSpLocks noChangeShapeType="1"/>
              <a:stCxn id="55" idx="2"/>
              <a:endCxn id="33" idx="0"/>
            </p:cNvCxnSpPr>
            <p:nvPr/>
          </p:nvCxnSpPr>
          <p:spPr bwMode="auto">
            <a:xfrm>
              <a:off x="4572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" name="AutoShape 53">
              <a:extLst>
                <a:ext uri="{FF2B5EF4-FFF2-40B4-BE49-F238E27FC236}">
                  <a16:creationId xmlns:a16="http://schemas.microsoft.com/office/drawing/2014/main" id="{A0CD47B8-92F8-5EB1-3AE4-939C44A9A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86" name="AutoShape 54">
              <a:extLst>
                <a:ext uri="{FF2B5EF4-FFF2-40B4-BE49-F238E27FC236}">
                  <a16:creationId xmlns:a16="http://schemas.microsoft.com/office/drawing/2014/main" id="{00C9A2D7-92F8-835A-37BC-BE318FB1E948}"/>
                </a:ext>
              </a:extLst>
            </p:cNvPr>
            <p:cNvCxnSpPr>
              <a:cxnSpLocks noChangeShapeType="1"/>
              <a:stCxn id="58" idx="2"/>
              <a:endCxn id="46" idx="0"/>
            </p:cNvCxnSpPr>
            <p:nvPr/>
          </p:nvCxnSpPr>
          <p:spPr bwMode="auto">
            <a:xfrm>
              <a:off x="44196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AutoShape 55">
              <a:extLst>
                <a:ext uri="{FF2B5EF4-FFF2-40B4-BE49-F238E27FC236}">
                  <a16:creationId xmlns:a16="http://schemas.microsoft.com/office/drawing/2014/main" id="{DA532FD8-0A6B-F3D6-B9EF-3BC7F08E8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88" name="AutoShape 56">
              <a:extLst>
                <a:ext uri="{FF2B5EF4-FFF2-40B4-BE49-F238E27FC236}">
                  <a16:creationId xmlns:a16="http://schemas.microsoft.com/office/drawing/2014/main" id="{AD39E3B5-A2C4-E241-8447-23B54F768C56}"/>
                </a:ext>
              </a:extLst>
            </p:cNvPr>
            <p:cNvCxnSpPr>
              <a:cxnSpLocks noChangeShapeType="1"/>
              <a:stCxn id="87" idx="2"/>
              <a:endCxn id="49" idx="0"/>
            </p:cNvCxnSpPr>
            <p:nvPr/>
          </p:nvCxnSpPr>
          <p:spPr bwMode="auto">
            <a:xfrm>
              <a:off x="83820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AutoShape 57">
              <a:extLst>
                <a:ext uri="{FF2B5EF4-FFF2-40B4-BE49-F238E27FC236}">
                  <a16:creationId xmlns:a16="http://schemas.microsoft.com/office/drawing/2014/main" id="{8004ECA3-B296-4F7B-604B-4FD646CF8BE6}"/>
                </a:ext>
              </a:extLst>
            </p:cNvPr>
            <p:cNvCxnSpPr>
              <a:cxnSpLocks noChangeShapeType="1"/>
              <a:stCxn id="55" idx="3"/>
              <a:endCxn id="58" idx="1"/>
            </p:cNvCxnSpPr>
            <p:nvPr/>
          </p:nvCxnSpPr>
          <p:spPr bwMode="auto">
            <a:xfrm>
              <a:off x="7620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AutoShape 58">
              <a:extLst>
                <a:ext uri="{FF2B5EF4-FFF2-40B4-BE49-F238E27FC236}">
                  <a16:creationId xmlns:a16="http://schemas.microsoft.com/office/drawing/2014/main" id="{2AB20D61-181C-B08E-AB3F-B555DE2BA4A6}"/>
                </a:ext>
              </a:extLst>
            </p:cNvPr>
            <p:cNvCxnSpPr>
              <a:cxnSpLocks noChangeShapeType="1"/>
              <a:stCxn id="58" idx="3"/>
              <a:endCxn id="87" idx="1"/>
            </p:cNvCxnSpPr>
            <p:nvPr/>
          </p:nvCxnSpPr>
          <p:spPr bwMode="auto">
            <a:xfrm>
              <a:off x="47244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1" name="AutoShape 59">
              <a:extLst>
                <a:ext uri="{FF2B5EF4-FFF2-40B4-BE49-F238E27FC236}">
                  <a16:creationId xmlns:a16="http://schemas.microsoft.com/office/drawing/2014/main" id="{494A5B71-D68D-54A9-3998-FF5860616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92" name="AutoShape 60">
              <a:extLst>
                <a:ext uri="{FF2B5EF4-FFF2-40B4-BE49-F238E27FC236}">
                  <a16:creationId xmlns:a16="http://schemas.microsoft.com/office/drawing/2014/main" id="{A2A3DE9F-0918-3851-49D0-FF5B3BB9B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93" name="AutoShape 61">
              <a:extLst>
                <a:ext uri="{FF2B5EF4-FFF2-40B4-BE49-F238E27FC236}">
                  <a16:creationId xmlns:a16="http://schemas.microsoft.com/office/drawing/2014/main" id="{858F056C-7D13-AF80-1AD8-71EBE9DF42B0}"/>
                </a:ext>
              </a:extLst>
            </p:cNvPr>
            <p:cNvCxnSpPr>
              <a:cxnSpLocks noChangeShapeType="1"/>
              <a:stCxn id="91" idx="3"/>
              <a:endCxn id="92" idx="1"/>
            </p:cNvCxnSpPr>
            <p:nvPr/>
          </p:nvCxnSpPr>
          <p:spPr bwMode="auto">
            <a:xfrm>
              <a:off x="762000" y="2667000"/>
              <a:ext cx="7315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AutoShape 62">
              <a:extLst>
                <a:ext uri="{FF2B5EF4-FFF2-40B4-BE49-F238E27FC236}">
                  <a16:creationId xmlns:a16="http://schemas.microsoft.com/office/drawing/2014/main" id="{7B3F866B-83C9-9698-0E42-20ADB163C100}"/>
                </a:ext>
              </a:extLst>
            </p:cNvPr>
            <p:cNvCxnSpPr>
              <a:cxnSpLocks noChangeShapeType="1"/>
              <a:stCxn id="91" idx="2"/>
              <a:endCxn id="55" idx="0"/>
            </p:cNvCxnSpPr>
            <p:nvPr/>
          </p:nvCxnSpPr>
          <p:spPr bwMode="auto">
            <a:xfrm>
              <a:off x="4572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AutoShape 63">
              <a:extLst>
                <a:ext uri="{FF2B5EF4-FFF2-40B4-BE49-F238E27FC236}">
                  <a16:creationId xmlns:a16="http://schemas.microsoft.com/office/drawing/2014/main" id="{4F34C246-F038-D784-D580-114B632B5994}"/>
                </a:ext>
              </a:extLst>
            </p:cNvPr>
            <p:cNvCxnSpPr>
              <a:cxnSpLocks noChangeShapeType="1"/>
              <a:stCxn id="92" idx="2"/>
              <a:endCxn id="87" idx="0"/>
            </p:cNvCxnSpPr>
            <p:nvPr/>
          </p:nvCxnSpPr>
          <p:spPr bwMode="auto">
            <a:xfrm>
              <a:off x="83820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AutoShape 64">
              <a:extLst>
                <a:ext uri="{FF2B5EF4-FFF2-40B4-BE49-F238E27FC236}">
                  <a16:creationId xmlns:a16="http://schemas.microsoft.com/office/drawing/2014/main" id="{82D80D72-7788-657D-46D4-86AD525091EE}"/>
                </a:ext>
              </a:extLst>
            </p:cNvPr>
            <p:cNvCxnSpPr>
              <a:cxnSpLocks noChangeShapeType="1"/>
              <a:stCxn id="49" idx="3"/>
            </p:cNvCxnSpPr>
            <p:nvPr/>
          </p:nvCxnSpPr>
          <p:spPr bwMode="auto">
            <a:xfrm>
              <a:off x="8686800" y="46482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AutoShape 65">
              <a:extLst>
                <a:ext uri="{FF2B5EF4-FFF2-40B4-BE49-F238E27FC236}">
                  <a16:creationId xmlns:a16="http://schemas.microsoft.com/office/drawing/2014/main" id="{0496B315-CD8B-928E-22D9-DB93ED6CF4BC}"/>
                </a:ext>
              </a:extLst>
            </p:cNvPr>
            <p:cNvCxnSpPr>
              <a:cxnSpLocks noChangeShapeType="1"/>
              <a:stCxn id="87" idx="3"/>
            </p:cNvCxnSpPr>
            <p:nvPr/>
          </p:nvCxnSpPr>
          <p:spPr bwMode="auto">
            <a:xfrm>
              <a:off x="8686800" y="36576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AutoShape 66">
              <a:extLst>
                <a:ext uri="{FF2B5EF4-FFF2-40B4-BE49-F238E27FC236}">
                  <a16:creationId xmlns:a16="http://schemas.microsoft.com/office/drawing/2014/main" id="{1AD614B4-FA6D-0EF9-A4EF-81545D458195}"/>
                </a:ext>
              </a:extLst>
            </p:cNvPr>
            <p:cNvCxnSpPr>
              <a:cxnSpLocks noChangeShapeType="1"/>
              <a:stCxn id="92" idx="3"/>
            </p:cNvCxnSpPr>
            <p:nvPr/>
          </p:nvCxnSpPr>
          <p:spPr bwMode="auto">
            <a:xfrm>
              <a:off x="8686800" y="26670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366472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Insert in skip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</p:spPr>
            <p:txBody>
              <a:bodyPr/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INSERT(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):</a:t>
                </a:r>
                <a:r>
                  <a:rPr lang="en-US" sz="2200" dirty="0"/>
                  <a:t> when inserting an element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, </a:t>
                </a:r>
              </a:p>
              <a:p>
                <a:pPr marL="801687" lvl="1" indent="-457200">
                  <a:buFont typeface="+mj-lt"/>
                  <a:buAutoNum type="arabicParenR"/>
                </a:pPr>
                <a:r>
                  <a:rPr lang="en-US" sz="2000" dirty="0">
                    <a:solidFill>
                      <a:srgbClr val="0000FF"/>
                    </a:solidFill>
                  </a:rPr>
                  <a:t>always insert it into the bottom list </a:t>
                </a:r>
                <a:r>
                  <a:rPr lang="en-US" sz="2000" dirty="0"/>
                  <a:t>by using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SEARCH(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𝒌𝒆𝒚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) </a:t>
                </a:r>
                <a:r>
                  <a:rPr lang="en-US" sz="2000" dirty="0"/>
                  <a:t>to decide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should be inserted. </a:t>
                </a:r>
              </a:p>
              <a:p>
                <a:pPr marL="801687" lvl="1" indent="-457200">
                  <a:buFont typeface="+mj-lt"/>
                  <a:buAutoNum type="arabicParenR"/>
                </a:pPr>
                <a:r>
                  <a:rPr lang="en-US" sz="2000" dirty="0">
                    <a:solidFill>
                      <a:srgbClr val="0000FF"/>
                    </a:solidFill>
                  </a:rPr>
                  <a:t>flip a (fair) coin</a:t>
                </a:r>
                <a:r>
                  <a:rPr lang="en-US" sz="2000" dirty="0"/>
                  <a:t> to decide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should be </a:t>
                </a:r>
                <a:r>
                  <a:rPr lang="en-US" sz="2000" dirty="0">
                    <a:solidFill>
                      <a:srgbClr val="0000FF"/>
                    </a:solidFill>
                  </a:rPr>
                  <a:t>promoted to the next list </a:t>
                </a:r>
                <a:r>
                  <a:rPr lang="en-US" sz="2000" dirty="0"/>
                  <a:t>up (when outcome is HEAD, with a probability of 50%)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  <a:blipFill>
                <a:blip r:embed="rId2"/>
                <a:stretch>
                  <a:fillRect l="-148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CCB4882-9A52-AB47-7439-D0AB57BA0B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INSERT(</a:t>
                </a:r>
                <a14:m>
                  <m:oMath xmlns:m="http://schemas.openxmlformats.org/officeDocument/2006/math">
                    <m:r>
                      <a:rPr lang="en-US" altLang="en-US" sz="2000" b="1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𝒙</m:t>
                    </m:r>
                  </m:oMath>
                </a14:m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) </a:t>
                </a:r>
                <a:r>
                  <a:rPr lang="en-US" altLang="en-US" sz="2000" kern="0" dirty="0">
                    <a:ea typeface="Arial Unicode MS" pitchFamily="34" charset="-122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𝑥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.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𝑘𝑒𝑦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=75 </m:t>
                    </m:r>
                  </m:oMath>
                </a14:m>
                <a:endParaRPr lang="en-US" altLang="en-US" sz="2000" kern="0" dirty="0"/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CCB4882-9A52-AB47-7439-D0AB57BA0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blipFill>
                <a:blip r:embed="rId3"/>
                <a:stretch>
                  <a:fillRect l="-1259" t="-32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742FA4EF-8860-EA02-AF13-DE41E3307384}"/>
              </a:ext>
            </a:extLst>
          </p:cNvPr>
          <p:cNvGrpSpPr/>
          <p:nvPr/>
        </p:nvGrpSpPr>
        <p:grpSpPr>
          <a:xfrm>
            <a:off x="1259632" y="3356992"/>
            <a:ext cx="6219800" cy="2370584"/>
            <a:chOff x="152400" y="2362200"/>
            <a:chExt cx="8915400" cy="3581400"/>
          </a:xfrm>
        </p:grpSpPr>
        <p:sp>
          <p:nvSpPr>
            <p:cNvPr id="11" name="AutoShape 4">
              <a:extLst>
                <a:ext uri="{FF2B5EF4-FFF2-40B4-BE49-F238E27FC236}">
                  <a16:creationId xmlns:a16="http://schemas.microsoft.com/office/drawing/2014/main" id="{E4B884A7-7F69-3BFC-1E6E-76ADD4A4E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12" name="AutoShape 5">
              <a:extLst>
                <a:ext uri="{FF2B5EF4-FFF2-40B4-BE49-F238E27FC236}">
                  <a16:creationId xmlns:a16="http://schemas.microsoft.com/office/drawing/2014/main" id="{77918132-E6BD-1AAE-28EE-5AEE065B5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23</a:t>
              </a:r>
            </a:p>
          </p:txBody>
        </p:sp>
        <p:cxnSp>
          <p:nvCxnSpPr>
            <p:cNvPr id="13" name="AutoShape 6">
              <a:extLst>
                <a:ext uri="{FF2B5EF4-FFF2-40B4-BE49-F238E27FC236}">
                  <a16:creationId xmlns:a16="http://schemas.microsoft.com/office/drawing/2014/main" id="{47E25339-A590-BBCE-51C9-837A21D4F856}"/>
                </a:ext>
              </a:extLst>
            </p:cNvPr>
            <p:cNvCxnSpPr>
              <a:cxnSpLocks noChangeShapeType="1"/>
              <a:stCxn id="11" idx="3"/>
              <a:endCxn id="12" idx="1"/>
            </p:cNvCxnSpPr>
            <p:nvPr/>
          </p:nvCxnSpPr>
          <p:spPr bwMode="auto">
            <a:xfrm>
              <a:off x="762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AutoShape 7">
              <a:extLst>
                <a:ext uri="{FF2B5EF4-FFF2-40B4-BE49-F238E27FC236}">
                  <a16:creationId xmlns:a16="http://schemas.microsoft.com/office/drawing/2014/main" id="{1303C6D9-9A97-5F23-730F-2EB4A5158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18" name="AutoShape 8">
              <a:extLst>
                <a:ext uri="{FF2B5EF4-FFF2-40B4-BE49-F238E27FC236}">
                  <a16:creationId xmlns:a16="http://schemas.microsoft.com/office/drawing/2014/main" id="{DF497D99-5DEC-8770-B5F7-58A51EC83C46}"/>
                </a:ext>
              </a:extLst>
            </p:cNvPr>
            <p:cNvCxnSpPr>
              <a:cxnSpLocks noChangeShapeType="1"/>
              <a:stCxn id="12" idx="3"/>
              <a:endCxn id="14" idx="1"/>
            </p:cNvCxnSpPr>
            <p:nvPr/>
          </p:nvCxnSpPr>
          <p:spPr bwMode="auto">
            <a:xfrm>
              <a:off x="1752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AutoShape 9">
              <a:extLst>
                <a:ext uri="{FF2B5EF4-FFF2-40B4-BE49-F238E27FC236}">
                  <a16:creationId xmlns:a16="http://schemas.microsoft.com/office/drawing/2014/main" id="{6B687EC6-8871-C495-AE55-FBFB015F3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42</a:t>
              </a:r>
            </a:p>
          </p:txBody>
        </p:sp>
        <p:cxnSp>
          <p:nvCxnSpPr>
            <p:cNvPr id="22" name="AutoShape 10">
              <a:extLst>
                <a:ext uri="{FF2B5EF4-FFF2-40B4-BE49-F238E27FC236}">
                  <a16:creationId xmlns:a16="http://schemas.microsoft.com/office/drawing/2014/main" id="{0E603E23-2AF3-2C25-7E66-84A7DC615084}"/>
                </a:ext>
              </a:extLst>
            </p:cNvPr>
            <p:cNvCxnSpPr>
              <a:cxnSpLocks noChangeShapeType="1"/>
              <a:stCxn id="14" idx="3"/>
              <a:endCxn id="19" idx="1"/>
            </p:cNvCxnSpPr>
            <p:nvPr/>
          </p:nvCxnSpPr>
          <p:spPr bwMode="auto">
            <a:xfrm>
              <a:off x="2743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52B6E0F4-8F0B-990D-6DE6-9479950D4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sp>
          <p:nvSpPr>
            <p:cNvPr id="24" name="AutoShape 12">
              <a:extLst>
                <a:ext uri="{FF2B5EF4-FFF2-40B4-BE49-F238E27FC236}">
                  <a16:creationId xmlns:a16="http://schemas.microsoft.com/office/drawing/2014/main" id="{F370BA7E-ABFD-E03E-4F45-5687C336A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59</a:t>
              </a:r>
            </a:p>
          </p:txBody>
        </p:sp>
        <p:sp>
          <p:nvSpPr>
            <p:cNvPr id="25" name="AutoShape 13">
              <a:extLst>
                <a:ext uri="{FF2B5EF4-FFF2-40B4-BE49-F238E27FC236}">
                  <a16:creationId xmlns:a16="http://schemas.microsoft.com/office/drawing/2014/main" id="{A0F03DA0-44AD-D899-298B-D8DA5F675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 dirty="0">
                  <a:solidFill>
                    <a:srgbClr val="008A87"/>
                  </a:solidFill>
                  <a:ea typeface="Arial Unicode MS" pitchFamily="34" charset="-122"/>
                </a:rPr>
                <a:t>72</a:t>
              </a:r>
            </a:p>
          </p:txBody>
        </p:sp>
        <p:sp>
          <p:nvSpPr>
            <p:cNvPr id="27" name="AutoShape 14">
              <a:extLst>
                <a:ext uri="{FF2B5EF4-FFF2-40B4-BE49-F238E27FC236}">
                  <a16:creationId xmlns:a16="http://schemas.microsoft.com/office/drawing/2014/main" id="{FED1DA2D-C799-2A46-DFA6-B3BAE2EDD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 dirty="0">
                  <a:solidFill>
                    <a:srgbClr val="008A87"/>
                  </a:solidFill>
                  <a:ea typeface="Arial Unicode MS" pitchFamily="34" charset="-122"/>
                </a:rPr>
                <a:t>75</a:t>
              </a:r>
            </a:p>
          </p:txBody>
        </p:sp>
        <p:cxnSp>
          <p:nvCxnSpPr>
            <p:cNvPr id="28" name="AutoShape 15">
              <a:extLst>
                <a:ext uri="{FF2B5EF4-FFF2-40B4-BE49-F238E27FC236}">
                  <a16:creationId xmlns:a16="http://schemas.microsoft.com/office/drawing/2014/main" id="{155EBEDF-DD48-C486-E963-CBE677BCCECC}"/>
                </a:ext>
              </a:extLst>
            </p:cNvPr>
            <p:cNvCxnSpPr>
              <a:cxnSpLocks noChangeShapeType="1"/>
              <a:stCxn id="25" idx="3"/>
              <a:endCxn id="27" idx="1"/>
            </p:cNvCxnSpPr>
            <p:nvPr/>
          </p:nvCxnSpPr>
          <p:spPr bwMode="auto">
            <a:xfrm>
              <a:off x="6705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AutoShape 16">
              <a:extLst>
                <a:ext uri="{FF2B5EF4-FFF2-40B4-BE49-F238E27FC236}">
                  <a16:creationId xmlns:a16="http://schemas.microsoft.com/office/drawing/2014/main" id="{A56F1DCD-1F02-97C5-CE69-DBB9EA555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30" name="AutoShape 17">
              <a:extLst>
                <a:ext uri="{FF2B5EF4-FFF2-40B4-BE49-F238E27FC236}">
                  <a16:creationId xmlns:a16="http://schemas.microsoft.com/office/drawing/2014/main" id="{52CE560D-C015-EA8F-8A9F-EBC9E1977C8E}"/>
                </a:ext>
              </a:extLst>
            </p:cNvPr>
            <p:cNvCxnSpPr>
              <a:cxnSpLocks noChangeShapeType="1"/>
              <a:stCxn id="27" idx="3"/>
              <a:endCxn id="29" idx="1"/>
            </p:cNvCxnSpPr>
            <p:nvPr/>
          </p:nvCxnSpPr>
          <p:spPr bwMode="auto">
            <a:xfrm>
              <a:off x="7696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AutoShape 18">
              <a:extLst>
                <a:ext uri="{FF2B5EF4-FFF2-40B4-BE49-F238E27FC236}">
                  <a16:creationId xmlns:a16="http://schemas.microsoft.com/office/drawing/2014/main" id="{B0A81FF7-7119-B838-E0B7-5EF8297D0A49}"/>
                </a:ext>
              </a:extLst>
            </p:cNvPr>
            <p:cNvCxnSpPr>
              <a:cxnSpLocks noChangeShapeType="1"/>
              <a:stCxn id="29" idx="3"/>
            </p:cNvCxnSpPr>
            <p:nvPr/>
          </p:nvCxnSpPr>
          <p:spPr bwMode="auto">
            <a:xfrm>
              <a:off x="8686800" y="56388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AutoShape 19">
              <a:extLst>
                <a:ext uri="{FF2B5EF4-FFF2-40B4-BE49-F238E27FC236}">
                  <a16:creationId xmlns:a16="http://schemas.microsoft.com/office/drawing/2014/main" id="{483E835C-356F-6C99-6DC6-08FDA3254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35" name="AutoShape 20">
              <a:extLst>
                <a:ext uri="{FF2B5EF4-FFF2-40B4-BE49-F238E27FC236}">
                  <a16:creationId xmlns:a16="http://schemas.microsoft.com/office/drawing/2014/main" id="{0B68CBA2-6C14-91BE-BD05-858EE2662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38" name="AutoShape 23">
              <a:extLst>
                <a:ext uri="{FF2B5EF4-FFF2-40B4-BE49-F238E27FC236}">
                  <a16:creationId xmlns:a16="http://schemas.microsoft.com/office/drawing/2014/main" id="{DF5C2DF5-5502-E1D5-0E11-5106BE4EF6CE}"/>
                </a:ext>
              </a:extLst>
            </p:cNvPr>
            <p:cNvCxnSpPr>
              <a:cxnSpLocks noChangeShapeType="1"/>
              <a:stCxn id="33" idx="2"/>
              <a:endCxn id="11" idx="0"/>
            </p:cNvCxnSpPr>
            <p:nvPr/>
          </p:nvCxnSpPr>
          <p:spPr bwMode="auto">
            <a:xfrm>
              <a:off x="4572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AutoShape 25">
              <a:extLst>
                <a:ext uri="{FF2B5EF4-FFF2-40B4-BE49-F238E27FC236}">
                  <a16:creationId xmlns:a16="http://schemas.microsoft.com/office/drawing/2014/main" id="{2B71A87D-7728-C40D-5758-043885290C14}"/>
                </a:ext>
              </a:extLst>
            </p:cNvPr>
            <p:cNvCxnSpPr>
              <a:cxnSpLocks noChangeShapeType="1"/>
              <a:stCxn id="33" idx="3"/>
              <a:endCxn id="35" idx="1"/>
            </p:cNvCxnSpPr>
            <p:nvPr/>
          </p:nvCxnSpPr>
          <p:spPr bwMode="auto">
            <a:xfrm>
              <a:off x="7620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AutoShape 26">
              <a:extLst>
                <a:ext uri="{FF2B5EF4-FFF2-40B4-BE49-F238E27FC236}">
                  <a16:creationId xmlns:a16="http://schemas.microsoft.com/office/drawing/2014/main" id="{D2B463B4-9CBD-EF55-1610-B1869867B39D}"/>
                </a:ext>
              </a:extLst>
            </p:cNvPr>
            <p:cNvCxnSpPr>
              <a:cxnSpLocks noChangeShapeType="1"/>
              <a:stCxn id="35" idx="3"/>
              <a:endCxn id="46" idx="1"/>
            </p:cNvCxnSpPr>
            <p:nvPr/>
          </p:nvCxnSpPr>
          <p:spPr bwMode="auto">
            <a:xfrm>
              <a:off x="27432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AutoShape 27">
              <a:extLst>
                <a:ext uri="{FF2B5EF4-FFF2-40B4-BE49-F238E27FC236}">
                  <a16:creationId xmlns:a16="http://schemas.microsoft.com/office/drawing/2014/main" id="{230A31BE-232C-561D-420B-2EE850EC7CC6}"/>
                </a:ext>
              </a:extLst>
            </p:cNvPr>
            <p:cNvCxnSpPr>
              <a:cxnSpLocks noChangeShapeType="1"/>
              <a:stCxn id="35" idx="2"/>
              <a:endCxn id="14" idx="0"/>
            </p:cNvCxnSpPr>
            <p:nvPr/>
          </p:nvCxnSpPr>
          <p:spPr bwMode="auto">
            <a:xfrm>
              <a:off x="24384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28">
              <a:extLst>
                <a:ext uri="{FF2B5EF4-FFF2-40B4-BE49-F238E27FC236}">
                  <a16:creationId xmlns:a16="http://schemas.microsoft.com/office/drawing/2014/main" id="{2861B698-E212-2CCF-5D31-F7D19BDC2F42}"/>
                </a:ext>
              </a:extLst>
            </p:cNvPr>
            <p:cNvCxnSpPr>
              <a:cxnSpLocks noChangeShapeType="1"/>
              <a:stCxn id="19" idx="3"/>
              <a:endCxn id="23" idx="1"/>
            </p:cNvCxnSpPr>
            <p:nvPr/>
          </p:nvCxnSpPr>
          <p:spPr bwMode="auto">
            <a:xfrm>
              <a:off x="37338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29">
              <a:extLst>
                <a:ext uri="{FF2B5EF4-FFF2-40B4-BE49-F238E27FC236}">
                  <a16:creationId xmlns:a16="http://schemas.microsoft.com/office/drawing/2014/main" id="{5DB86DD5-396E-616F-7AD8-CD3EDD5105AC}"/>
                </a:ext>
              </a:extLst>
            </p:cNvPr>
            <p:cNvCxnSpPr>
              <a:cxnSpLocks noChangeShapeType="1"/>
              <a:stCxn id="23" idx="3"/>
              <a:endCxn id="24" idx="1"/>
            </p:cNvCxnSpPr>
            <p:nvPr/>
          </p:nvCxnSpPr>
          <p:spPr bwMode="auto">
            <a:xfrm>
              <a:off x="47244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30">
              <a:extLst>
                <a:ext uri="{FF2B5EF4-FFF2-40B4-BE49-F238E27FC236}">
                  <a16:creationId xmlns:a16="http://schemas.microsoft.com/office/drawing/2014/main" id="{26F87D92-1F17-E254-918B-CABC3E587C28}"/>
                </a:ext>
              </a:extLst>
            </p:cNvPr>
            <p:cNvCxnSpPr>
              <a:cxnSpLocks noChangeShapeType="1"/>
              <a:stCxn id="24" idx="3"/>
              <a:endCxn id="25" idx="1"/>
            </p:cNvCxnSpPr>
            <p:nvPr/>
          </p:nvCxnSpPr>
          <p:spPr bwMode="auto">
            <a:xfrm>
              <a:off x="5715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AutoShape 46">
              <a:extLst>
                <a:ext uri="{FF2B5EF4-FFF2-40B4-BE49-F238E27FC236}">
                  <a16:creationId xmlns:a16="http://schemas.microsoft.com/office/drawing/2014/main" id="{3ED7F869-7F5D-D42D-B265-5E51C08A4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47" name="AutoShape 47">
              <a:extLst>
                <a:ext uri="{FF2B5EF4-FFF2-40B4-BE49-F238E27FC236}">
                  <a16:creationId xmlns:a16="http://schemas.microsoft.com/office/drawing/2014/main" id="{D3D73143-708F-D774-FC5D-E97672A55965}"/>
                </a:ext>
              </a:extLst>
            </p:cNvPr>
            <p:cNvCxnSpPr>
              <a:cxnSpLocks noChangeShapeType="1"/>
              <a:stCxn id="46" idx="3"/>
              <a:endCxn id="49" idx="1"/>
            </p:cNvCxnSpPr>
            <p:nvPr/>
          </p:nvCxnSpPr>
          <p:spPr bwMode="auto">
            <a:xfrm>
              <a:off x="4724400" y="46482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AutoShape 48">
              <a:extLst>
                <a:ext uri="{FF2B5EF4-FFF2-40B4-BE49-F238E27FC236}">
                  <a16:creationId xmlns:a16="http://schemas.microsoft.com/office/drawing/2014/main" id="{0FD26467-39E5-868A-7206-1E203A7A1DDA}"/>
                </a:ext>
              </a:extLst>
            </p:cNvPr>
            <p:cNvCxnSpPr>
              <a:cxnSpLocks noChangeShapeType="1"/>
              <a:stCxn id="46" idx="2"/>
              <a:endCxn id="23" idx="0"/>
            </p:cNvCxnSpPr>
            <p:nvPr/>
          </p:nvCxnSpPr>
          <p:spPr bwMode="auto">
            <a:xfrm>
              <a:off x="44196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AutoShape 49">
              <a:extLst>
                <a:ext uri="{FF2B5EF4-FFF2-40B4-BE49-F238E27FC236}">
                  <a16:creationId xmlns:a16="http://schemas.microsoft.com/office/drawing/2014/main" id="{C8827D02-05A5-88D5-1177-223CFE307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50" name="AutoShape 50">
              <a:extLst>
                <a:ext uri="{FF2B5EF4-FFF2-40B4-BE49-F238E27FC236}">
                  <a16:creationId xmlns:a16="http://schemas.microsoft.com/office/drawing/2014/main" id="{B290479C-EC81-5243-D1B0-ACC0FDA021DE}"/>
                </a:ext>
              </a:extLst>
            </p:cNvPr>
            <p:cNvCxnSpPr>
              <a:cxnSpLocks noChangeShapeType="1"/>
              <a:stCxn id="49" idx="2"/>
              <a:endCxn id="29" idx="0"/>
            </p:cNvCxnSpPr>
            <p:nvPr/>
          </p:nvCxnSpPr>
          <p:spPr bwMode="auto">
            <a:xfrm>
              <a:off x="83820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5" name="AutoShape 51">
              <a:extLst>
                <a:ext uri="{FF2B5EF4-FFF2-40B4-BE49-F238E27FC236}">
                  <a16:creationId xmlns:a16="http://schemas.microsoft.com/office/drawing/2014/main" id="{E05AE5B1-D600-D197-496D-809101E38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cxnSp>
          <p:nvCxnSpPr>
            <p:cNvPr id="56" name="AutoShape 52">
              <a:extLst>
                <a:ext uri="{FF2B5EF4-FFF2-40B4-BE49-F238E27FC236}">
                  <a16:creationId xmlns:a16="http://schemas.microsoft.com/office/drawing/2014/main" id="{CC30481A-6CFD-611E-2900-427BD5145C02}"/>
                </a:ext>
              </a:extLst>
            </p:cNvPr>
            <p:cNvCxnSpPr>
              <a:cxnSpLocks noChangeShapeType="1"/>
              <a:stCxn id="55" idx="2"/>
              <a:endCxn id="33" idx="0"/>
            </p:cNvCxnSpPr>
            <p:nvPr/>
          </p:nvCxnSpPr>
          <p:spPr bwMode="auto">
            <a:xfrm>
              <a:off x="4572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" name="AutoShape 53">
              <a:extLst>
                <a:ext uri="{FF2B5EF4-FFF2-40B4-BE49-F238E27FC236}">
                  <a16:creationId xmlns:a16="http://schemas.microsoft.com/office/drawing/2014/main" id="{A0CD47B8-92F8-5EB1-3AE4-939C44A9A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86" name="AutoShape 54">
              <a:extLst>
                <a:ext uri="{FF2B5EF4-FFF2-40B4-BE49-F238E27FC236}">
                  <a16:creationId xmlns:a16="http://schemas.microsoft.com/office/drawing/2014/main" id="{00C9A2D7-92F8-835A-37BC-BE318FB1E948}"/>
                </a:ext>
              </a:extLst>
            </p:cNvPr>
            <p:cNvCxnSpPr>
              <a:cxnSpLocks noChangeShapeType="1"/>
              <a:stCxn id="58" idx="2"/>
              <a:endCxn id="46" idx="0"/>
            </p:cNvCxnSpPr>
            <p:nvPr/>
          </p:nvCxnSpPr>
          <p:spPr bwMode="auto">
            <a:xfrm>
              <a:off x="44196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AutoShape 55">
              <a:extLst>
                <a:ext uri="{FF2B5EF4-FFF2-40B4-BE49-F238E27FC236}">
                  <a16:creationId xmlns:a16="http://schemas.microsoft.com/office/drawing/2014/main" id="{DA532FD8-0A6B-F3D6-B9EF-3BC7F08E8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88" name="AutoShape 56">
              <a:extLst>
                <a:ext uri="{FF2B5EF4-FFF2-40B4-BE49-F238E27FC236}">
                  <a16:creationId xmlns:a16="http://schemas.microsoft.com/office/drawing/2014/main" id="{AD39E3B5-A2C4-E241-8447-23B54F768C56}"/>
                </a:ext>
              </a:extLst>
            </p:cNvPr>
            <p:cNvCxnSpPr>
              <a:cxnSpLocks noChangeShapeType="1"/>
              <a:stCxn id="87" idx="2"/>
              <a:endCxn id="49" idx="0"/>
            </p:cNvCxnSpPr>
            <p:nvPr/>
          </p:nvCxnSpPr>
          <p:spPr bwMode="auto">
            <a:xfrm>
              <a:off x="83820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AutoShape 57">
              <a:extLst>
                <a:ext uri="{FF2B5EF4-FFF2-40B4-BE49-F238E27FC236}">
                  <a16:creationId xmlns:a16="http://schemas.microsoft.com/office/drawing/2014/main" id="{8004ECA3-B296-4F7B-604B-4FD646CF8BE6}"/>
                </a:ext>
              </a:extLst>
            </p:cNvPr>
            <p:cNvCxnSpPr>
              <a:cxnSpLocks noChangeShapeType="1"/>
              <a:stCxn id="55" idx="3"/>
              <a:endCxn id="58" idx="1"/>
            </p:cNvCxnSpPr>
            <p:nvPr/>
          </p:nvCxnSpPr>
          <p:spPr bwMode="auto">
            <a:xfrm>
              <a:off x="7620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AutoShape 58">
              <a:extLst>
                <a:ext uri="{FF2B5EF4-FFF2-40B4-BE49-F238E27FC236}">
                  <a16:creationId xmlns:a16="http://schemas.microsoft.com/office/drawing/2014/main" id="{2AB20D61-181C-B08E-AB3F-B555DE2BA4A6}"/>
                </a:ext>
              </a:extLst>
            </p:cNvPr>
            <p:cNvCxnSpPr>
              <a:cxnSpLocks noChangeShapeType="1"/>
              <a:stCxn id="58" idx="3"/>
              <a:endCxn id="87" idx="1"/>
            </p:cNvCxnSpPr>
            <p:nvPr/>
          </p:nvCxnSpPr>
          <p:spPr bwMode="auto">
            <a:xfrm>
              <a:off x="47244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1" name="AutoShape 59">
              <a:extLst>
                <a:ext uri="{FF2B5EF4-FFF2-40B4-BE49-F238E27FC236}">
                  <a16:creationId xmlns:a16="http://schemas.microsoft.com/office/drawing/2014/main" id="{494A5B71-D68D-54A9-3998-FF5860616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92" name="AutoShape 60">
              <a:extLst>
                <a:ext uri="{FF2B5EF4-FFF2-40B4-BE49-F238E27FC236}">
                  <a16:creationId xmlns:a16="http://schemas.microsoft.com/office/drawing/2014/main" id="{A2A3DE9F-0918-3851-49D0-FF5B3BB9B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93" name="AutoShape 61">
              <a:extLst>
                <a:ext uri="{FF2B5EF4-FFF2-40B4-BE49-F238E27FC236}">
                  <a16:creationId xmlns:a16="http://schemas.microsoft.com/office/drawing/2014/main" id="{858F056C-7D13-AF80-1AD8-71EBE9DF42B0}"/>
                </a:ext>
              </a:extLst>
            </p:cNvPr>
            <p:cNvCxnSpPr>
              <a:cxnSpLocks noChangeShapeType="1"/>
              <a:stCxn id="91" idx="3"/>
              <a:endCxn id="92" idx="1"/>
            </p:cNvCxnSpPr>
            <p:nvPr/>
          </p:nvCxnSpPr>
          <p:spPr bwMode="auto">
            <a:xfrm>
              <a:off x="762000" y="2667000"/>
              <a:ext cx="7315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AutoShape 62">
              <a:extLst>
                <a:ext uri="{FF2B5EF4-FFF2-40B4-BE49-F238E27FC236}">
                  <a16:creationId xmlns:a16="http://schemas.microsoft.com/office/drawing/2014/main" id="{7B3F866B-83C9-9698-0E42-20ADB163C100}"/>
                </a:ext>
              </a:extLst>
            </p:cNvPr>
            <p:cNvCxnSpPr>
              <a:cxnSpLocks noChangeShapeType="1"/>
              <a:stCxn id="91" idx="2"/>
              <a:endCxn id="55" idx="0"/>
            </p:cNvCxnSpPr>
            <p:nvPr/>
          </p:nvCxnSpPr>
          <p:spPr bwMode="auto">
            <a:xfrm>
              <a:off x="4572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AutoShape 63">
              <a:extLst>
                <a:ext uri="{FF2B5EF4-FFF2-40B4-BE49-F238E27FC236}">
                  <a16:creationId xmlns:a16="http://schemas.microsoft.com/office/drawing/2014/main" id="{4F34C246-F038-D784-D580-114B632B5994}"/>
                </a:ext>
              </a:extLst>
            </p:cNvPr>
            <p:cNvCxnSpPr>
              <a:cxnSpLocks noChangeShapeType="1"/>
              <a:stCxn id="92" idx="2"/>
              <a:endCxn id="87" idx="0"/>
            </p:cNvCxnSpPr>
            <p:nvPr/>
          </p:nvCxnSpPr>
          <p:spPr bwMode="auto">
            <a:xfrm>
              <a:off x="83820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AutoShape 64">
              <a:extLst>
                <a:ext uri="{FF2B5EF4-FFF2-40B4-BE49-F238E27FC236}">
                  <a16:creationId xmlns:a16="http://schemas.microsoft.com/office/drawing/2014/main" id="{82D80D72-7788-657D-46D4-86AD525091EE}"/>
                </a:ext>
              </a:extLst>
            </p:cNvPr>
            <p:cNvCxnSpPr>
              <a:cxnSpLocks noChangeShapeType="1"/>
              <a:stCxn id="49" idx="3"/>
            </p:cNvCxnSpPr>
            <p:nvPr/>
          </p:nvCxnSpPr>
          <p:spPr bwMode="auto">
            <a:xfrm>
              <a:off x="8686800" y="46482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AutoShape 65">
              <a:extLst>
                <a:ext uri="{FF2B5EF4-FFF2-40B4-BE49-F238E27FC236}">
                  <a16:creationId xmlns:a16="http://schemas.microsoft.com/office/drawing/2014/main" id="{0496B315-CD8B-928E-22D9-DB93ED6CF4BC}"/>
                </a:ext>
              </a:extLst>
            </p:cNvPr>
            <p:cNvCxnSpPr>
              <a:cxnSpLocks noChangeShapeType="1"/>
              <a:stCxn id="87" idx="3"/>
            </p:cNvCxnSpPr>
            <p:nvPr/>
          </p:nvCxnSpPr>
          <p:spPr bwMode="auto">
            <a:xfrm>
              <a:off x="8686800" y="36576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AutoShape 66">
              <a:extLst>
                <a:ext uri="{FF2B5EF4-FFF2-40B4-BE49-F238E27FC236}">
                  <a16:creationId xmlns:a16="http://schemas.microsoft.com/office/drawing/2014/main" id="{1AD614B4-FA6D-0EF9-A4EF-81545D458195}"/>
                </a:ext>
              </a:extLst>
            </p:cNvPr>
            <p:cNvCxnSpPr>
              <a:cxnSpLocks noChangeShapeType="1"/>
              <a:stCxn id="92" idx="3"/>
            </p:cNvCxnSpPr>
            <p:nvPr/>
          </p:nvCxnSpPr>
          <p:spPr bwMode="auto">
            <a:xfrm>
              <a:off x="8686800" y="26670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48326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Insert in skip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</p:spPr>
            <p:txBody>
              <a:bodyPr/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INSERT(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):</a:t>
                </a:r>
                <a:r>
                  <a:rPr lang="en-US" sz="2200" dirty="0"/>
                  <a:t> when inserting an element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, </a:t>
                </a:r>
              </a:p>
              <a:p>
                <a:pPr marL="801687" lvl="1" indent="-457200">
                  <a:buFont typeface="+mj-lt"/>
                  <a:buAutoNum type="arabicParenR"/>
                </a:pPr>
                <a:r>
                  <a:rPr lang="en-US" sz="2000" dirty="0">
                    <a:solidFill>
                      <a:srgbClr val="0000FF"/>
                    </a:solidFill>
                  </a:rPr>
                  <a:t>always insert it into the bottom list </a:t>
                </a:r>
                <a:r>
                  <a:rPr lang="en-US" sz="2000" dirty="0"/>
                  <a:t>by using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SEARCH(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𝒌𝒆𝒚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) </a:t>
                </a:r>
                <a:r>
                  <a:rPr lang="en-US" sz="2000" dirty="0"/>
                  <a:t>to decide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should be inserted. </a:t>
                </a:r>
              </a:p>
              <a:p>
                <a:pPr marL="801687" lvl="1" indent="-457200">
                  <a:buFont typeface="+mj-lt"/>
                  <a:buAutoNum type="arabicParenR"/>
                </a:pPr>
                <a:r>
                  <a:rPr lang="en-US" sz="2000" dirty="0">
                    <a:solidFill>
                      <a:srgbClr val="0000FF"/>
                    </a:solidFill>
                  </a:rPr>
                  <a:t>flip a (fair) coin</a:t>
                </a:r>
                <a:r>
                  <a:rPr lang="en-US" sz="2000" dirty="0"/>
                  <a:t> to decide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should be </a:t>
                </a:r>
                <a:r>
                  <a:rPr lang="en-US" sz="2000" dirty="0">
                    <a:solidFill>
                      <a:srgbClr val="0000FF"/>
                    </a:solidFill>
                  </a:rPr>
                  <a:t>promoted to the next list </a:t>
                </a:r>
                <a:r>
                  <a:rPr lang="en-US" sz="2000" dirty="0"/>
                  <a:t>up (when outcome is HEAD, with a probability of 50%)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  <a:blipFill>
                <a:blip r:embed="rId2"/>
                <a:stretch>
                  <a:fillRect l="-148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CCB4882-9A52-AB47-7439-D0AB57BA0B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INSERT(</a:t>
                </a:r>
                <a14:m>
                  <m:oMath xmlns:m="http://schemas.openxmlformats.org/officeDocument/2006/math">
                    <m:r>
                      <a:rPr lang="en-US" altLang="en-US" sz="2000" b="1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𝒙</m:t>
                    </m:r>
                  </m:oMath>
                </a14:m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) </a:t>
                </a:r>
                <a:r>
                  <a:rPr lang="en-US" altLang="en-US" sz="2000" kern="0" dirty="0">
                    <a:ea typeface="Arial Unicode MS" pitchFamily="34" charset="-122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𝑥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.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𝑘𝑒𝑦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=75 </m:t>
                    </m:r>
                  </m:oMath>
                </a14:m>
                <a:endParaRPr lang="en-US" altLang="en-US" sz="2000" kern="0" dirty="0"/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CCB4882-9A52-AB47-7439-D0AB57BA0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blipFill>
                <a:blip r:embed="rId3"/>
                <a:stretch>
                  <a:fillRect l="-1259" t="-32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742FA4EF-8860-EA02-AF13-DE41E3307384}"/>
              </a:ext>
            </a:extLst>
          </p:cNvPr>
          <p:cNvGrpSpPr/>
          <p:nvPr/>
        </p:nvGrpSpPr>
        <p:grpSpPr>
          <a:xfrm>
            <a:off x="1259632" y="3356992"/>
            <a:ext cx="6219800" cy="2370584"/>
            <a:chOff x="152400" y="2362200"/>
            <a:chExt cx="8915400" cy="3581400"/>
          </a:xfrm>
        </p:grpSpPr>
        <p:sp>
          <p:nvSpPr>
            <p:cNvPr id="11" name="AutoShape 4">
              <a:extLst>
                <a:ext uri="{FF2B5EF4-FFF2-40B4-BE49-F238E27FC236}">
                  <a16:creationId xmlns:a16="http://schemas.microsoft.com/office/drawing/2014/main" id="{E4B884A7-7F69-3BFC-1E6E-76ADD4A4E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12" name="AutoShape 5">
              <a:extLst>
                <a:ext uri="{FF2B5EF4-FFF2-40B4-BE49-F238E27FC236}">
                  <a16:creationId xmlns:a16="http://schemas.microsoft.com/office/drawing/2014/main" id="{77918132-E6BD-1AAE-28EE-5AEE065B5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23</a:t>
              </a:r>
            </a:p>
          </p:txBody>
        </p:sp>
        <p:cxnSp>
          <p:nvCxnSpPr>
            <p:cNvPr id="13" name="AutoShape 6">
              <a:extLst>
                <a:ext uri="{FF2B5EF4-FFF2-40B4-BE49-F238E27FC236}">
                  <a16:creationId xmlns:a16="http://schemas.microsoft.com/office/drawing/2014/main" id="{47E25339-A590-BBCE-51C9-837A21D4F856}"/>
                </a:ext>
              </a:extLst>
            </p:cNvPr>
            <p:cNvCxnSpPr>
              <a:cxnSpLocks noChangeShapeType="1"/>
              <a:stCxn id="11" idx="3"/>
              <a:endCxn id="12" idx="1"/>
            </p:cNvCxnSpPr>
            <p:nvPr/>
          </p:nvCxnSpPr>
          <p:spPr bwMode="auto">
            <a:xfrm>
              <a:off x="762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AutoShape 7">
              <a:extLst>
                <a:ext uri="{FF2B5EF4-FFF2-40B4-BE49-F238E27FC236}">
                  <a16:creationId xmlns:a16="http://schemas.microsoft.com/office/drawing/2014/main" id="{1303C6D9-9A97-5F23-730F-2EB4A5158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18" name="AutoShape 8">
              <a:extLst>
                <a:ext uri="{FF2B5EF4-FFF2-40B4-BE49-F238E27FC236}">
                  <a16:creationId xmlns:a16="http://schemas.microsoft.com/office/drawing/2014/main" id="{DF497D99-5DEC-8770-B5F7-58A51EC83C46}"/>
                </a:ext>
              </a:extLst>
            </p:cNvPr>
            <p:cNvCxnSpPr>
              <a:cxnSpLocks noChangeShapeType="1"/>
              <a:stCxn id="12" idx="3"/>
              <a:endCxn id="14" idx="1"/>
            </p:cNvCxnSpPr>
            <p:nvPr/>
          </p:nvCxnSpPr>
          <p:spPr bwMode="auto">
            <a:xfrm>
              <a:off x="1752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AutoShape 9">
              <a:extLst>
                <a:ext uri="{FF2B5EF4-FFF2-40B4-BE49-F238E27FC236}">
                  <a16:creationId xmlns:a16="http://schemas.microsoft.com/office/drawing/2014/main" id="{6B687EC6-8871-C495-AE55-FBFB015F3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42</a:t>
              </a:r>
            </a:p>
          </p:txBody>
        </p:sp>
        <p:cxnSp>
          <p:nvCxnSpPr>
            <p:cNvPr id="22" name="AutoShape 10">
              <a:extLst>
                <a:ext uri="{FF2B5EF4-FFF2-40B4-BE49-F238E27FC236}">
                  <a16:creationId xmlns:a16="http://schemas.microsoft.com/office/drawing/2014/main" id="{0E603E23-2AF3-2C25-7E66-84A7DC615084}"/>
                </a:ext>
              </a:extLst>
            </p:cNvPr>
            <p:cNvCxnSpPr>
              <a:cxnSpLocks noChangeShapeType="1"/>
              <a:stCxn id="14" idx="3"/>
              <a:endCxn id="19" idx="1"/>
            </p:cNvCxnSpPr>
            <p:nvPr/>
          </p:nvCxnSpPr>
          <p:spPr bwMode="auto">
            <a:xfrm>
              <a:off x="2743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52B6E0F4-8F0B-990D-6DE6-9479950D4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sp>
          <p:nvSpPr>
            <p:cNvPr id="24" name="AutoShape 12">
              <a:extLst>
                <a:ext uri="{FF2B5EF4-FFF2-40B4-BE49-F238E27FC236}">
                  <a16:creationId xmlns:a16="http://schemas.microsoft.com/office/drawing/2014/main" id="{F370BA7E-ABFD-E03E-4F45-5687C336A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59</a:t>
              </a:r>
            </a:p>
          </p:txBody>
        </p:sp>
        <p:sp>
          <p:nvSpPr>
            <p:cNvPr id="25" name="AutoShape 13">
              <a:extLst>
                <a:ext uri="{FF2B5EF4-FFF2-40B4-BE49-F238E27FC236}">
                  <a16:creationId xmlns:a16="http://schemas.microsoft.com/office/drawing/2014/main" id="{A0F03DA0-44AD-D899-298B-D8DA5F675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 dirty="0">
                  <a:solidFill>
                    <a:srgbClr val="008A87"/>
                  </a:solidFill>
                  <a:ea typeface="Arial Unicode MS" pitchFamily="34" charset="-122"/>
                </a:rPr>
                <a:t>72</a:t>
              </a:r>
            </a:p>
          </p:txBody>
        </p:sp>
        <p:sp>
          <p:nvSpPr>
            <p:cNvPr id="27" name="AutoShape 14">
              <a:extLst>
                <a:ext uri="{FF2B5EF4-FFF2-40B4-BE49-F238E27FC236}">
                  <a16:creationId xmlns:a16="http://schemas.microsoft.com/office/drawing/2014/main" id="{FED1DA2D-C799-2A46-DFA6-B3BAE2EDD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 dirty="0">
                  <a:solidFill>
                    <a:srgbClr val="008A87"/>
                  </a:solidFill>
                  <a:ea typeface="Arial Unicode MS" pitchFamily="34" charset="-122"/>
                </a:rPr>
                <a:t>75</a:t>
              </a:r>
            </a:p>
          </p:txBody>
        </p:sp>
        <p:cxnSp>
          <p:nvCxnSpPr>
            <p:cNvPr id="28" name="AutoShape 15">
              <a:extLst>
                <a:ext uri="{FF2B5EF4-FFF2-40B4-BE49-F238E27FC236}">
                  <a16:creationId xmlns:a16="http://schemas.microsoft.com/office/drawing/2014/main" id="{155EBEDF-DD48-C486-E963-CBE677BCCECC}"/>
                </a:ext>
              </a:extLst>
            </p:cNvPr>
            <p:cNvCxnSpPr>
              <a:cxnSpLocks noChangeShapeType="1"/>
              <a:stCxn id="25" idx="3"/>
              <a:endCxn id="27" idx="1"/>
            </p:cNvCxnSpPr>
            <p:nvPr/>
          </p:nvCxnSpPr>
          <p:spPr bwMode="auto">
            <a:xfrm>
              <a:off x="6705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AutoShape 16">
              <a:extLst>
                <a:ext uri="{FF2B5EF4-FFF2-40B4-BE49-F238E27FC236}">
                  <a16:creationId xmlns:a16="http://schemas.microsoft.com/office/drawing/2014/main" id="{A56F1DCD-1F02-97C5-CE69-DBB9EA555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30" name="AutoShape 17">
              <a:extLst>
                <a:ext uri="{FF2B5EF4-FFF2-40B4-BE49-F238E27FC236}">
                  <a16:creationId xmlns:a16="http://schemas.microsoft.com/office/drawing/2014/main" id="{52CE560D-C015-EA8F-8A9F-EBC9E1977C8E}"/>
                </a:ext>
              </a:extLst>
            </p:cNvPr>
            <p:cNvCxnSpPr>
              <a:cxnSpLocks noChangeShapeType="1"/>
              <a:stCxn id="27" idx="3"/>
              <a:endCxn id="29" idx="1"/>
            </p:cNvCxnSpPr>
            <p:nvPr/>
          </p:nvCxnSpPr>
          <p:spPr bwMode="auto">
            <a:xfrm>
              <a:off x="7696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AutoShape 18">
              <a:extLst>
                <a:ext uri="{FF2B5EF4-FFF2-40B4-BE49-F238E27FC236}">
                  <a16:creationId xmlns:a16="http://schemas.microsoft.com/office/drawing/2014/main" id="{B0A81FF7-7119-B838-E0B7-5EF8297D0A49}"/>
                </a:ext>
              </a:extLst>
            </p:cNvPr>
            <p:cNvCxnSpPr>
              <a:cxnSpLocks noChangeShapeType="1"/>
              <a:stCxn id="29" idx="3"/>
            </p:cNvCxnSpPr>
            <p:nvPr/>
          </p:nvCxnSpPr>
          <p:spPr bwMode="auto">
            <a:xfrm>
              <a:off x="8686800" y="56388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AutoShape 19">
              <a:extLst>
                <a:ext uri="{FF2B5EF4-FFF2-40B4-BE49-F238E27FC236}">
                  <a16:creationId xmlns:a16="http://schemas.microsoft.com/office/drawing/2014/main" id="{483E835C-356F-6C99-6DC6-08FDA3254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35" name="AutoShape 20">
              <a:extLst>
                <a:ext uri="{FF2B5EF4-FFF2-40B4-BE49-F238E27FC236}">
                  <a16:creationId xmlns:a16="http://schemas.microsoft.com/office/drawing/2014/main" id="{0B68CBA2-6C14-91BE-BD05-858EE2662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38" name="AutoShape 23">
              <a:extLst>
                <a:ext uri="{FF2B5EF4-FFF2-40B4-BE49-F238E27FC236}">
                  <a16:creationId xmlns:a16="http://schemas.microsoft.com/office/drawing/2014/main" id="{DF5C2DF5-5502-E1D5-0E11-5106BE4EF6CE}"/>
                </a:ext>
              </a:extLst>
            </p:cNvPr>
            <p:cNvCxnSpPr>
              <a:cxnSpLocks noChangeShapeType="1"/>
              <a:stCxn id="33" idx="2"/>
              <a:endCxn id="11" idx="0"/>
            </p:cNvCxnSpPr>
            <p:nvPr/>
          </p:nvCxnSpPr>
          <p:spPr bwMode="auto">
            <a:xfrm>
              <a:off x="4572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AutoShape 25">
              <a:extLst>
                <a:ext uri="{FF2B5EF4-FFF2-40B4-BE49-F238E27FC236}">
                  <a16:creationId xmlns:a16="http://schemas.microsoft.com/office/drawing/2014/main" id="{2B71A87D-7728-C40D-5758-043885290C14}"/>
                </a:ext>
              </a:extLst>
            </p:cNvPr>
            <p:cNvCxnSpPr>
              <a:cxnSpLocks noChangeShapeType="1"/>
              <a:stCxn id="33" idx="3"/>
              <a:endCxn id="35" idx="1"/>
            </p:cNvCxnSpPr>
            <p:nvPr/>
          </p:nvCxnSpPr>
          <p:spPr bwMode="auto">
            <a:xfrm>
              <a:off x="7620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AutoShape 26">
              <a:extLst>
                <a:ext uri="{FF2B5EF4-FFF2-40B4-BE49-F238E27FC236}">
                  <a16:creationId xmlns:a16="http://schemas.microsoft.com/office/drawing/2014/main" id="{D2B463B4-9CBD-EF55-1610-B1869867B39D}"/>
                </a:ext>
              </a:extLst>
            </p:cNvPr>
            <p:cNvCxnSpPr>
              <a:cxnSpLocks noChangeShapeType="1"/>
              <a:stCxn id="35" idx="3"/>
              <a:endCxn id="46" idx="1"/>
            </p:cNvCxnSpPr>
            <p:nvPr/>
          </p:nvCxnSpPr>
          <p:spPr bwMode="auto">
            <a:xfrm>
              <a:off x="27432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AutoShape 27">
              <a:extLst>
                <a:ext uri="{FF2B5EF4-FFF2-40B4-BE49-F238E27FC236}">
                  <a16:creationId xmlns:a16="http://schemas.microsoft.com/office/drawing/2014/main" id="{230A31BE-232C-561D-420B-2EE850EC7CC6}"/>
                </a:ext>
              </a:extLst>
            </p:cNvPr>
            <p:cNvCxnSpPr>
              <a:cxnSpLocks noChangeShapeType="1"/>
              <a:stCxn id="35" idx="2"/>
              <a:endCxn id="14" idx="0"/>
            </p:cNvCxnSpPr>
            <p:nvPr/>
          </p:nvCxnSpPr>
          <p:spPr bwMode="auto">
            <a:xfrm>
              <a:off x="24384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28">
              <a:extLst>
                <a:ext uri="{FF2B5EF4-FFF2-40B4-BE49-F238E27FC236}">
                  <a16:creationId xmlns:a16="http://schemas.microsoft.com/office/drawing/2014/main" id="{2861B698-E212-2CCF-5D31-F7D19BDC2F42}"/>
                </a:ext>
              </a:extLst>
            </p:cNvPr>
            <p:cNvCxnSpPr>
              <a:cxnSpLocks noChangeShapeType="1"/>
              <a:stCxn id="19" idx="3"/>
              <a:endCxn id="23" idx="1"/>
            </p:cNvCxnSpPr>
            <p:nvPr/>
          </p:nvCxnSpPr>
          <p:spPr bwMode="auto">
            <a:xfrm>
              <a:off x="37338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29">
              <a:extLst>
                <a:ext uri="{FF2B5EF4-FFF2-40B4-BE49-F238E27FC236}">
                  <a16:creationId xmlns:a16="http://schemas.microsoft.com/office/drawing/2014/main" id="{5DB86DD5-396E-616F-7AD8-CD3EDD5105AC}"/>
                </a:ext>
              </a:extLst>
            </p:cNvPr>
            <p:cNvCxnSpPr>
              <a:cxnSpLocks noChangeShapeType="1"/>
              <a:stCxn id="23" idx="3"/>
              <a:endCxn id="24" idx="1"/>
            </p:cNvCxnSpPr>
            <p:nvPr/>
          </p:nvCxnSpPr>
          <p:spPr bwMode="auto">
            <a:xfrm>
              <a:off x="47244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30">
              <a:extLst>
                <a:ext uri="{FF2B5EF4-FFF2-40B4-BE49-F238E27FC236}">
                  <a16:creationId xmlns:a16="http://schemas.microsoft.com/office/drawing/2014/main" id="{26F87D92-1F17-E254-918B-CABC3E587C28}"/>
                </a:ext>
              </a:extLst>
            </p:cNvPr>
            <p:cNvCxnSpPr>
              <a:cxnSpLocks noChangeShapeType="1"/>
              <a:stCxn id="24" idx="3"/>
              <a:endCxn id="25" idx="1"/>
            </p:cNvCxnSpPr>
            <p:nvPr/>
          </p:nvCxnSpPr>
          <p:spPr bwMode="auto">
            <a:xfrm>
              <a:off x="5715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AutoShape 46">
              <a:extLst>
                <a:ext uri="{FF2B5EF4-FFF2-40B4-BE49-F238E27FC236}">
                  <a16:creationId xmlns:a16="http://schemas.microsoft.com/office/drawing/2014/main" id="{3ED7F869-7F5D-D42D-B265-5E51C08A4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47" name="AutoShape 47">
              <a:extLst>
                <a:ext uri="{FF2B5EF4-FFF2-40B4-BE49-F238E27FC236}">
                  <a16:creationId xmlns:a16="http://schemas.microsoft.com/office/drawing/2014/main" id="{D3D73143-708F-D774-FC5D-E97672A55965}"/>
                </a:ext>
              </a:extLst>
            </p:cNvPr>
            <p:cNvCxnSpPr>
              <a:cxnSpLocks noChangeShapeType="1"/>
              <a:stCxn id="46" idx="3"/>
            </p:cNvCxnSpPr>
            <p:nvPr/>
          </p:nvCxnSpPr>
          <p:spPr bwMode="auto">
            <a:xfrm>
              <a:off x="4724400" y="4648200"/>
              <a:ext cx="2362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AutoShape 48">
              <a:extLst>
                <a:ext uri="{FF2B5EF4-FFF2-40B4-BE49-F238E27FC236}">
                  <a16:creationId xmlns:a16="http://schemas.microsoft.com/office/drawing/2014/main" id="{0FD26467-39E5-868A-7206-1E203A7A1DDA}"/>
                </a:ext>
              </a:extLst>
            </p:cNvPr>
            <p:cNvCxnSpPr>
              <a:cxnSpLocks noChangeShapeType="1"/>
              <a:stCxn id="46" idx="2"/>
              <a:endCxn id="23" idx="0"/>
            </p:cNvCxnSpPr>
            <p:nvPr/>
          </p:nvCxnSpPr>
          <p:spPr bwMode="auto">
            <a:xfrm>
              <a:off x="44196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AutoShape 49">
              <a:extLst>
                <a:ext uri="{FF2B5EF4-FFF2-40B4-BE49-F238E27FC236}">
                  <a16:creationId xmlns:a16="http://schemas.microsoft.com/office/drawing/2014/main" id="{C8827D02-05A5-88D5-1177-223CFE307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50" name="AutoShape 50">
              <a:extLst>
                <a:ext uri="{FF2B5EF4-FFF2-40B4-BE49-F238E27FC236}">
                  <a16:creationId xmlns:a16="http://schemas.microsoft.com/office/drawing/2014/main" id="{B290479C-EC81-5243-D1B0-ACC0FDA021DE}"/>
                </a:ext>
              </a:extLst>
            </p:cNvPr>
            <p:cNvCxnSpPr>
              <a:cxnSpLocks noChangeShapeType="1"/>
              <a:stCxn id="49" idx="2"/>
              <a:endCxn id="29" idx="0"/>
            </p:cNvCxnSpPr>
            <p:nvPr/>
          </p:nvCxnSpPr>
          <p:spPr bwMode="auto">
            <a:xfrm>
              <a:off x="83820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5" name="AutoShape 51">
              <a:extLst>
                <a:ext uri="{FF2B5EF4-FFF2-40B4-BE49-F238E27FC236}">
                  <a16:creationId xmlns:a16="http://schemas.microsoft.com/office/drawing/2014/main" id="{E05AE5B1-D600-D197-496D-809101E38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cxnSp>
          <p:nvCxnSpPr>
            <p:cNvPr id="56" name="AutoShape 52">
              <a:extLst>
                <a:ext uri="{FF2B5EF4-FFF2-40B4-BE49-F238E27FC236}">
                  <a16:creationId xmlns:a16="http://schemas.microsoft.com/office/drawing/2014/main" id="{CC30481A-6CFD-611E-2900-427BD5145C02}"/>
                </a:ext>
              </a:extLst>
            </p:cNvPr>
            <p:cNvCxnSpPr>
              <a:cxnSpLocks noChangeShapeType="1"/>
              <a:stCxn id="55" idx="2"/>
              <a:endCxn id="33" idx="0"/>
            </p:cNvCxnSpPr>
            <p:nvPr/>
          </p:nvCxnSpPr>
          <p:spPr bwMode="auto">
            <a:xfrm>
              <a:off x="4572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" name="AutoShape 53">
              <a:extLst>
                <a:ext uri="{FF2B5EF4-FFF2-40B4-BE49-F238E27FC236}">
                  <a16:creationId xmlns:a16="http://schemas.microsoft.com/office/drawing/2014/main" id="{A0CD47B8-92F8-5EB1-3AE4-939C44A9A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86" name="AutoShape 54">
              <a:extLst>
                <a:ext uri="{FF2B5EF4-FFF2-40B4-BE49-F238E27FC236}">
                  <a16:creationId xmlns:a16="http://schemas.microsoft.com/office/drawing/2014/main" id="{00C9A2D7-92F8-835A-37BC-BE318FB1E948}"/>
                </a:ext>
              </a:extLst>
            </p:cNvPr>
            <p:cNvCxnSpPr>
              <a:cxnSpLocks noChangeShapeType="1"/>
              <a:stCxn id="58" idx="2"/>
              <a:endCxn id="46" idx="0"/>
            </p:cNvCxnSpPr>
            <p:nvPr/>
          </p:nvCxnSpPr>
          <p:spPr bwMode="auto">
            <a:xfrm>
              <a:off x="44196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AutoShape 55">
              <a:extLst>
                <a:ext uri="{FF2B5EF4-FFF2-40B4-BE49-F238E27FC236}">
                  <a16:creationId xmlns:a16="http://schemas.microsoft.com/office/drawing/2014/main" id="{DA532FD8-0A6B-F3D6-B9EF-3BC7F08E8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88" name="AutoShape 56">
              <a:extLst>
                <a:ext uri="{FF2B5EF4-FFF2-40B4-BE49-F238E27FC236}">
                  <a16:creationId xmlns:a16="http://schemas.microsoft.com/office/drawing/2014/main" id="{AD39E3B5-A2C4-E241-8447-23B54F768C56}"/>
                </a:ext>
              </a:extLst>
            </p:cNvPr>
            <p:cNvCxnSpPr>
              <a:cxnSpLocks noChangeShapeType="1"/>
              <a:stCxn id="87" idx="2"/>
              <a:endCxn id="49" idx="0"/>
            </p:cNvCxnSpPr>
            <p:nvPr/>
          </p:nvCxnSpPr>
          <p:spPr bwMode="auto">
            <a:xfrm>
              <a:off x="83820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AutoShape 57">
              <a:extLst>
                <a:ext uri="{FF2B5EF4-FFF2-40B4-BE49-F238E27FC236}">
                  <a16:creationId xmlns:a16="http://schemas.microsoft.com/office/drawing/2014/main" id="{8004ECA3-B296-4F7B-604B-4FD646CF8BE6}"/>
                </a:ext>
              </a:extLst>
            </p:cNvPr>
            <p:cNvCxnSpPr>
              <a:cxnSpLocks noChangeShapeType="1"/>
              <a:stCxn id="55" idx="3"/>
              <a:endCxn id="58" idx="1"/>
            </p:cNvCxnSpPr>
            <p:nvPr/>
          </p:nvCxnSpPr>
          <p:spPr bwMode="auto">
            <a:xfrm>
              <a:off x="7620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AutoShape 58">
              <a:extLst>
                <a:ext uri="{FF2B5EF4-FFF2-40B4-BE49-F238E27FC236}">
                  <a16:creationId xmlns:a16="http://schemas.microsoft.com/office/drawing/2014/main" id="{2AB20D61-181C-B08E-AB3F-B555DE2BA4A6}"/>
                </a:ext>
              </a:extLst>
            </p:cNvPr>
            <p:cNvCxnSpPr>
              <a:cxnSpLocks noChangeShapeType="1"/>
              <a:stCxn id="58" idx="3"/>
              <a:endCxn id="87" idx="1"/>
            </p:cNvCxnSpPr>
            <p:nvPr/>
          </p:nvCxnSpPr>
          <p:spPr bwMode="auto">
            <a:xfrm>
              <a:off x="47244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1" name="AutoShape 59">
              <a:extLst>
                <a:ext uri="{FF2B5EF4-FFF2-40B4-BE49-F238E27FC236}">
                  <a16:creationId xmlns:a16="http://schemas.microsoft.com/office/drawing/2014/main" id="{494A5B71-D68D-54A9-3998-FF5860616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92" name="AutoShape 60">
              <a:extLst>
                <a:ext uri="{FF2B5EF4-FFF2-40B4-BE49-F238E27FC236}">
                  <a16:creationId xmlns:a16="http://schemas.microsoft.com/office/drawing/2014/main" id="{A2A3DE9F-0918-3851-49D0-FF5B3BB9B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93" name="AutoShape 61">
              <a:extLst>
                <a:ext uri="{FF2B5EF4-FFF2-40B4-BE49-F238E27FC236}">
                  <a16:creationId xmlns:a16="http://schemas.microsoft.com/office/drawing/2014/main" id="{858F056C-7D13-AF80-1AD8-71EBE9DF42B0}"/>
                </a:ext>
              </a:extLst>
            </p:cNvPr>
            <p:cNvCxnSpPr>
              <a:cxnSpLocks noChangeShapeType="1"/>
              <a:stCxn id="91" idx="3"/>
              <a:endCxn id="92" idx="1"/>
            </p:cNvCxnSpPr>
            <p:nvPr/>
          </p:nvCxnSpPr>
          <p:spPr bwMode="auto">
            <a:xfrm>
              <a:off x="762000" y="2667000"/>
              <a:ext cx="7315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AutoShape 62">
              <a:extLst>
                <a:ext uri="{FF2B5EF4-FFF2-40B4-BE49-F238E27FC236}">
                  <a16:creationId xmlns:a16="http://schemas.microsoft.com/office/drawing/2014/main" id="{7B3F866B-83C9-9698-0E42-20ADB163C100}"/>
                </a:ext>
              </a:extLst>
            </p:cNvPr>
            <p:cNvCxnSpPr>
              <a:cxnSpLocks noChangeShapeType="1"/>
              <a:stCxn id="91" idx="2"/>
              <a:endCxn id="55" idx="0"/>
            </p:cNvCxnSpPr>
            <p:nvPr/>
          </p:nvCxnSpPr>
          <p:spPr bwMode="auto">
            <a:xfrm>
              <a:off x="4572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AutoShape 63">
              <a:extLst>
                <a:ext uri="{FF2B5EF4-FFF2-40B4-BE49-F238E27FC236}">
                  <a16:creationId xmlns:a16="http://schemas.microsoft.com/office/drawing/2014/main" id="{4F34C246-F038-D784-D580-114B632B5994}"/>
                </a:ext>
              </a:extLst>
            </p:cNvPr>
            <p:cNvCxnSpPr>
              <a:cxnSpLocks noChangeShapeType="1"/>
              <a:stCxn id="92" idx="2"/>
              <a:endCxn id="87" idx="0"/>
            </p:cNvCxnSpPr>
            <p:nvPr/>
          </p:nvCxnSpPr>
          <p:spPr bwMode="auto">
            <a:xfrm>
              <a:off x="83820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AutoShape 64">
              <a:extLst>
                <a:ext uri="{FF2B5EF4-FFF2-40B4-BE49-F238E27FC236}">
                  <a16:creationId xmlns:a16="http://schemas.microsoft.com/office/drawing/2014/main" id="{82D80D72-7788-657D-46D4-86AD525091EE}"/>
                </a:ext>
              </a:extLst>
            </p:cNvPr>
            <p:cNvCxnSpPr>
              <a:cxnSpLocks noChangeShapeType="1"/>
              <a:stCxn id="49" idx="3"/>
            </p:cNvCxnSpPr>
            <p:nvPr/>
          </p:nvCxnSpPr>
          <p:spPr bwMode="auto">
            <a:xfrm>
              <a:off x="8686800" y="46482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AutoShape 65">
              <a:extLst>
                <a:ext uri="{FF2B5EF4-FFF2-40B4-BE49-F238E27FC236}">
                  <a16:creationId xmlns:a16="http://schemas.microsoft.com/office/drawing/2014/main" id="{0496B315-CD8B-928E-22D9-DB93ED6CF4BC}"/>
                </a:ext>
              </a:extLst>
            </p:cNvPr>
            <p:cNvCxnSpPr>
              <a:cxnSpLocks noChangeShapeType="1"/>
              <a:stCxn id="87" idx="3"/>
            </p:cNvCxnSpPr>
            <p:nvPr/>
          </p:nvCxnSpPr>
          <p:spPr bwMode="auto">
            <a:xfrm>
              <a:off x="8686800" y="36576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AutoShape 66">
              <a:extLst>
                <a:ext uri="{FF2B5EF4-FFF2-40B4-BE49-F238E27FC236}">
                  <a16:creationId xmlns:a16="http://schemas.microsoft.com/office/drawing/2014/main" id="{1AD614B4-FA6D-0EF9-A4EF-81545D458195}"/>
                </a:ext>
              </a:extLst>
            </p:cNvPr>
            <p:cNvCxnSpPr>
              <a:cxnSpLocks noChangeShapeType="1"/>
              <a:stCxn id="92" idx="3"/>
            </p:cNvCxnSpPr>
            <p:nvPr/>
          </p:nvCxnSpPr>
          <p:spPr bwMode="auto">
            <a:xfrm>
              <a:off x="8686800" y="26670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AutoShape 14">
            <a:extLst>
              <a:ext uri="{FF2B5EF4-FFF2-40B4-BE49-F238E27FC236}">
                <a16:creationId xmlns:a16="http://schemas.microsoft.com/office/drawing/2014/main" id="{802DE7B9-CD9C-95A8-910E-CE91BF5F5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8983" y="4668379"/>
            <a:ext cx="425285" cy="403504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A87"/>
                </a:solidFill>
                <a:ea typeface="Arial Unicode MS" pitchFamily="34" charset="-122"/>
              </a:rPr>
              <a:t>75</a:t>
            </a:r>
          </a:p>
        </p:txBody>
      </p:sp>
      <p:cxnSp>
        <p:nvCxnSpPr>
          <p:cNvPr id="7" name="AutoShape 17">
            <a:extLst>
              <a:ext uri="{FF2B5EF4-FFF2-40B4-BE49-F238E27FC236}">
                <a16:creationId xmlns:a16="http://schemas.microsoft.com/office/drawing/2014/main" id="{C3297549-0C86-FABA-F032-5F6841877364}"/>
              </a:ext>
            </a:extLst>
          </p:cNvPr>
          <p:cNvCxnSpPr>
            <a:cxnSpLocks noChangeShapeType="1"/>
            <a:stCxn id="5" idx="3"/>
          </p:cNvCxnSpPr>
          <p:nvPr/>
        </p:nvCxnSpPr>
        <p:spPr bwMode="auto">
          <a:xfrm>
            <a:off x="6514269" y="4870131"/>
            <a:ext cx="26580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72465E-AFDF-C272-32B9-CC5C61C38B2E}"/>
              </a:ext>
            </a:extLst>
          </p:cNvPr>
          <p:cNvSpPr txBox="1"/>
          <p:nvPr/>
        </p:nvSpPr>
        <p:spPr>
          <a:xfrm>
            <a:off x="7596336" y="465313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coin=HEAD</a:t>
            </a:r>
          </a:p>
        </p:txBody>
      </p:sp>
    </p:spTree>
    <p:extLst>
      <p:ext uri="{BB962C8B-B14F-4D97-AF65-F5344CB8AC3E}">
        <p14:creationId xmlns:p14="http://schemas.microsoft.com/office/powerpoint/2010/main" val="4236958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Insert in skip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</p:spPr>
            <p:txBody>
              <a:bodyPr/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INSERT(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):</a:t>
                </a:r>
                <a:r>
                  <a:rPr lang="en-US" sz="2200" dirty="0"/>
                  <a:t> when inserting an element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, </a:t>
                </a:r>
              </a:p>
              <a:p>
                <a:pPr marL="801687" lvl="1" indent="-457200">
                  <a:buFont typeface="+mj-lt"/>
                  <a:buAutoNum type="arabicParenR"/>
                </a:pPr>
                <a:r>
                  <a:rPr lang="en-US" sz="2000" dirty="0">
                    <a:solidFill>
                      <a:srgbClr val="0000FF"/>
                    </a:solidFill>
                  </a:rPr>
                  <a:t>always insert it into the bottom list </a:t>
                </a:r>
                <a:r>
                  <a:rPr lang="en-US" sz="2000" dirty="0"/>
                  <a:t>by using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SEARCH(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𝒌𝒆𝒚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) </a:t>
                </a:r>
                <a:r>
                  <a:rPr lang="en-US" sz="2000" dirty="0"/>
                  <a:t>to decide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should be inserted. </a:t>
                </a:r>
              </a:p>
              <a:p>
                <a:pPr marL="801687" lvl="1" indent="-457200">
                  <a:buFont typeface="+mj-lt"/>
                  <a:buAutoNum type="arabicParenR"/>
                </a:pPr>
                <a:r>
                  <a:rPr lang="en-US" sz="2000" dirty="0">
                    <a:solidFill>
                      <a:srgbClr val="0000FF"/>
                    </a:solidFill>
                  </a:rPr>
                  <a:t>flip a (fair) coin</a:t>
                </a:r>
                <a:r>
                  <a:rPr lang="en-US" sz="2000" dirty="0"/>
                  <a:t> to decide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should be </a:t>
                </a:r>
                <a:r>
                  <a:rPr lang="en-US" sz="2000" dirty="0">
                    <a:solidFill>
                      <a:srgbClr val="0000FF"/>
                    </a:solidFill>
                  </a:rPr>
                  <a:t>promoted to the next list </a:t>
                </a:r>
                <a:r>
                  <a:rPr lang="en-US" sz="2000" dirty="0"/>
                  <a:t>up (when outcome is HEAD, with a probability of 50%)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  <a:blipFill>
                <a:blip r:embed="rId2"/>
                <a:stretch>
                  <a:fillRect l="-148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CCB4882-9A52-AB47-7439-D0AB57BA0B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INSERT(</a:t>
                </a:r>
                <a14:m>
                  <m:oMath xmlns:m="http://schemas.openxmlformats.org/officeDocument/2006/math">
                    <m:r>
                      <a:rPr lang="en-US" altLang="en-US" sz="2000" b="1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𝒙</m:t>
                    </m:r>
                  </m:oMath>
                </a14:m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) </a:t>
                </a:r>
                <a:r>
                  <a:rPr lang="en-US" altLang="en-US" sz="2000" kern="0" dirty="0">
                    <a:ea typeface="Arial Unicode MS" pitchFamily="34" charset="-122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𝑥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.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𝑘𝑒𝑦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=75 </m:t>
                    </m:r>
                  </m:oMath>
                </a14:m>
                <a:endParaRPr lang="en-US" altLang="en-US" sz="2000" kern="0" dirty="0"/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CCB4882-9A52-AB47-7439-D0AB57BA0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blipFill>
                <a:blip r:embed="rId3"/>
                <a:stretch>
                  <a:fillRect l="-1259" t="-32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742FA4EF-8860-EA02-AF13-DE41E3307384}"/>
              </a:ext>
            </a:extLst>
          </p:cNvPr>
          <p:cNvGrpSpPr/>
          <p:nvPr/>
        </p:nvGrpSpPr>
        <p:grpSpPr>
          <a:xfrm>
            <a:off x="1259632" y="3356992"/>
            <a:ext cx="6219800" cy="2370584"/>
            <a:chOff x="152400" y="2362200"/>
            <a:chExt cx="8915400" cy="3581400"/>
          </a:xfrm>
        </p:grpSpPr>
        <p:sp>
          <p:nvSpPr>
            <p:cNvPr id="11" name="AutoShape 4">
              <a:extLst>
                <a:ext uri="{FF2B5EF4-FFF2-40B4-BE49-F238E27FC236}">
                  <a16:creationId xmlns:a16="http://schemas.microsoft.com/office/drawing/2014/main" id="{E4B884A7-7F69-3BFC-1E6E-76ADD4A4E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12" name="AutoShape 5">
              <a:extLst>
                <a:ext uri="{FF2B5EF4-FFF2-40B4-BE49-F238E27FC236}">
                  <a16:creationId xmlns:a16="http://schemas.microsoft.com/office/drawing/2014/main" id="{77918132-E6BD-1AAE-28EE-5AEE065B5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23</a:t>
              </a:r>
            </a:p>
          </p:txBody>
        </p:sp>
        <p:cxnSp>
          <p:nvCxnSpPr>
            <p:cNvPr id="13" name="AutoShape 6">
              <a:extLst>
                <a:ext uri="{FF2B5EF4-FFF2-40B4-BE49-F238E27FC236}">
                  <a16:creationId xmlns:a16="http://schemas.microsoft.com/office/drawing/2014/main" id="{47E25339-A590-BBCE-51C9-837A21D4F856}"/>
                </a:ext>
              </a:extLst>
            </p:cNvPr>
            <p:cNvCxnSpPr>
              <a:cxnSpLocks noChangeShapeType="1"/>
              <a:stCxn id="11" idx="3"/>
              <a:endCxn id="12" idx="1"/>
            </p:cNvCxnSpPr>
            <p:nvPr/>
          </p:nvCxnSpPr>
          <p:spPr bwMode="auto">
            <a:xfrm>
              <a:off x="762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AutoShape 7">
              <a:extLst>
                <a:ext uri="{FF2B5EF4-FFF2-40B4-BE49-F238E27FC236}">
                  <a16:creationId xmlns:a16="http://schemas.microsoft.com/office/drawing/2014/main" id="{1303C6D9-9A97-5F23-730F-2EB4A5158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18" name="AutoShape 8">
              <a:extLst>
                <a:ext uri="{FF2B5EF4-FFF2-40B4-BE49-F238E27FC236}">
                  <a16:creationId xmlns:a16="http://schemas.microsoft.com/office/drawing/2014/main" id="{DF497D99-5DEC-8770-B5F7-58A51EC83C46}"/>
                </a:ext>
              </a:extLst>
            </p:cNvPr>
            <p:cNvCxnSpPr>
              <a:cxnSpLocks noChangeShapeType="1"/>
              <a:stCxn id="12" idx="3"/>
              <a:endCxn id="14" idx="1"/>
            </p:cNvCxnSpPr>
            <p:nvPr/>
          </p:nvCxnSpPr>
          <p:spPr bwMode="auto">
            <a:xfrm>
              <a:off x="1752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AutoShape 9">
              <a:extLst>
                <a:ext uri="{FF2B5EF4-FFF2-40B4-BE49-F238E27FC236}">
                  <a16:creationId xmlns:a16="http://schemas.microsoft.com/office/drawing/2014/main" id="{6B687EC6-8871-C495-AE55-FBFB015F3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42</a:t>
              </a:r>
            </a:p>
          </p:txBody>
        </p:sp>
        <p:cxnSp>
          <p:nvCxnSpPr>
            <p:cNvPr id="22" name="AutoShape 10">
              <a:extLst>
                <a:ext uri="{FF2B5EF4-FFF2-40B4-BE49-F238E27FC236}">
                  <a16:creationId xmlns:a16="http://schemas.microsoft.com/office/drawing/2014/main" id="{0E603E23-2AF3-2C25-7E66-84A7DC615084}"/>
                </a:ext>
              </a:extLst>
            </p:cNvPr>
            <p:cNvCxnSpPr>
              <a:cxnSpLocks noChangeShapeType="1"/>
              <a:stCxn id="14" idx="3"/>
              <a:endCxn id="19" idx="1"/>
            </p:cNvCxnSpPr>
            <p:nvPr/>
          </p:nvCxnSpPr>
          <p:spPr bwMode="auto">
            <a:xfrm>
              <a:off x="2743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52B6E0F4-8F0B-990D-6DE6-9479950D4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sp>
          <p:nvSpPr>
            <p:cNvPr id="24" name="AutoShape 12">
              <a:extLst>
                <a:ext uri="{FF2B5EF4-FFF2-40B4-BE49-F238E27FC236}">
                  <a16:creationId xmlns:a16="http://schemas.microsoft.com/office/drawing/2014/main" id="{F370BA7E-ABFD-E03E-4F45-5687C336A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59</a:t>
              </a:r>
            </a:p>
          </p:txBody>
        </p:sp>
        <p:sp>
          <p:nvSpPr>
            <p:cNvPr id="25" name="AutoShape 13">
              <a:extLst>
                <a:ext uri="{FF2B5EF4-FFF2-40B4-BE49-F238E27FC236}">
                  <a16:creationId xmlns:a16="http://schemas.microsoft.com/office/drawing/2014/main" id="{A0F03DA0-44AD-D899-298B-D8DA5F675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 dirty="0">
                  <a:solidFill>
                    <a:srgbClr val="008A87"/>
                  </a:solidFill>
                  <a:ea typeface="Arial Unicode MS" pitchFamily="34" charset="-122"/>
                </a:rPr>
                <a:t>72</a:t>
              </a:r>
            </a:p>
          </p:txBody>
        </p:sp>
        <p:sp>
          <p:nvSpPr>
            <p:cNvPr id="27" name="AutoShape 14">
              <a:extLst>
                <a:ext uri="{FF2B5EF4-FFF2-40B4-BE49-F238E27FC236}">
                  <a16:creationId xmlns:a16="http://schemas.microsoft.com/office/drawing/2014/main" id="{FED1DA2D-C799-2A46-DFA6-B3BAE2EDD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 dirty="0">
                  <a:solidFill>
                    <a:srgbClr val="008A87"/>
                  </a:solidFill>
                  <a:ea typeface="Arial Unicode MS" pitchFamily="34" charset="-122"/>
                </a:rPr>
                <a:t>75</a:t>
              </a:r>
            </a:p>
          </p:txBody>
        </p:sp>
        <p:cxnSp>
          <p:nvCxnSpPr>
            <p:cNvPr id="28" name="AutoShape 15">
              <a:extLst>
                <a:ext uri="{FF2B5EF4-FFF2-40B4-BE49-F238E27FC236}">
                  <a16:creationId xmlns:a16="http://schemas.microsoft.com/office/drawing/2014/main" id="{155EBEDF-DD48-C486-E963-CBE677BCCECC}"/>
                </a:ext>
              </a:extLst>
            </p:cNvPr>
            <p:cNvCxnSpPr>
              <a:cxnSpLocks noChangeShapeType="1"/>
              <a:stCxn id="25" idx="3"/>
              <a:endCxn id="27" idx="1"/>
            </p:cNvCxnSpPr>
            <p:nvPr/>
          </p:nvCxnSpPr>
          <p:spPr bwMode="auto">
            <a:xfrm>
              <a:off x="6705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AutoShape 16">
              <a:extLst>
                <a:ext uri="{FF2B5EF4-FFF2-40B4-BE49-F238E27FC236}">
                  <a16:creationId xmlns:a16="http://schemas.microsoft.com/office/drawing/2014/main" id="{A56F1DCD-1F02-97C5-CE69-DBB9EA555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30" name="AutoShape 17">
              <a:extLst>
                <a:ext uri="{FF2B5EF4-FFF2-40B4-BE49-F238E27FC236}">
                  <a16:creationId xmlns:a16="http://schemas.microsoft.com/office/drawing/2014/main" id="{52CE560D-C015-EA8F-8A9F-EBC9E1977C8E}"/>
                </a:ext>
              </a:extLst>
            </p:cNvPr>
            <p:cNvCxnSpPr>
              <a:cxnSpLocks noChangeShapeType="1"/>
              <a:stCxn id="27" idx="3"/>
              <a:endCxn id="29" idx="1"/>
            </p:cNvCxnSpPr>
            <p:nvPr/>
          </p:nvCxnSpPr>
          <p:spPr bwMode="auto">
            <a:xfrm>
              <a:off x="7696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AutoShape 18">
              <a:extLst>
                <a:ext uri="{FF2B5EF4-FFF2-40B4-BE49-F238E27FC236}">
                  <a16:creationId xmlns:a16="http://schemas.microsoft.com/office/drawing/2014/main" id="{B0A81FF7-7119-B838-E0B7-5EF8297D0A49}"/>
                </a:ext>
              </a:extLst>
            </p:cNvPr>
            <p:cNvCxnSpPr>
              <a:cxnSpLocks noChangeShapeType="1"/>
              <a:stCxn id="29" idx="3"/>
            </p:cNvCxnSpPr>
            <p:nvPr/>
          </p:nvCxnSpPr>
          <p:spPr bwMode="auto">
            <a:xfrm>
              <a:off x="8686800" y="56388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AutoShape 19">
              <a:extLst>
                <a:ext uri="{FF2B5EF4-FFF2-40B4-BE49-F238E27FC236}">
                  <a16:creationId xmlns:a16="http://schemas.microsoft.com/office/drawing/2014/main" id="{483E835C-356F-6C99-6DC6-08FDA3254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35" name="AutoShape 20">
              <a:extLst>
                <a:ext uri="{FF2B5EF4-FFF2-40B4-BE49-F238E27FC236}">
                  <a16:creationId xmlns:a16="http://schemas.microsoft.com/office/drawing/2014/main" id="{0B68CBA2-6C14-91BE-BD05-858EE2662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38" name="AutoShape 23">
              <a:extLst>
                <a:ext uri="{FF2B5EF4-FFF2-40B4-BE49-F238E27FC236}">
                  <a16:creationId xmlns:a16="http://schemas.microsoft.com/office/drawing/2014/main" id="{DF5C2DF5-5502-E1D5-0E11-5106BE4EF6CE}"/>
                </a:ext>
              </a:extLst>
            </p:cNvPr>
            <p:cNvCxnSpPr>
              <a:cxnSpLocks noChangeShapeType="1"/>
              <a:stCxn id="33" idx="2"/>
              <a:endCxn id="11" idx="0"/>
            </p:cNvCxnSpPr>
            <p:nvPr/>
          </p:nvCxnSpPr>
          <p:spPr bwMode="auto">
            <a:xfrm>
              <a:off x="4572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AutoShape 25">
              <a:extLst>
                <a:ext uri="{FF2B5EF4-FFF2-40B4-BE49-F238E27FC236}">
                  <a16:creationId xmlns:a16="http://schemas.microsoft.com/office/drawing/2014/main" id="{2B71A87D-7728-C40D-5758-043885290C14}"/>
                </a:ext>
              </a:extLst>
            </p:cNvPr>
            <p:cNvCxnSpPr>
              <a:cxnSpLocks noChangeShapeType="1"/>
              <a:stCxn id="33" idx="3"/>
              <a:endCxn id="35" idx="1"/>
            </p:cNvCxnSpPr>
            <p:nvPr/>
          </p:nvCxnSpPr>
          <p:spPr bwMode="auto">
            <a:xfrm>
              <a:off x="7620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AutoShape 26">
              <a:extLst>
                <a:ext uri="{FF2B5EF4-FFF2-40B4-BE49-F238E27FC236}">
                  <a16:creationId xmlns:a16="http://schemas.microsoft.com/office/drawing/2014/main" id="{D2B463B4-9CBD-EF55-1610-B1869867B39D}"/>
                </a:ext>
              </a:extLst>
            </p:cNvPr>
            <p:cNvCxnSpPr>
              <a:cxnSpLocks noChangeShapeType="1"/>
              <a:stCxn id="35" idx="3"/>
              <a:endCxn id="46" idx="1"/>
            </p:cNvCxnSpPr>
            <p:nvPr/>
          </p:nvCxnSpPr>
          <p:spPr bwMode="auto">
            <a:xfrm>
              <a:off x="27432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AutoShape 27">
              <a:extLst>
                <a:ext uri="{FF2B5EF4-FFF2-40B4-BE49-F238E27FC236}">
                  <a16:creationId xmlns:a16="http://schemas.microsoft.com/office/drawing/2014/main" id="{230A31BE-232C-561D-420B-2EE850EC7CC6}"/>
                </a:ext>
              </a:extLst>
            </p:cNvPr>
            <p:cNvCxnSpPr>
              <a:cxnSpLocks noChangeShapeType="1"/>
              <a:stCxn id="35" idx="2"/>
              <a:endCxn id="14" idx="0"/>
            </p:cNvCxnSpPr>
            <p:nvPr/>
          </p:nvCxnSpPr>
          <p:spPr bwMode="auto">
            <a:xfrm>
              <a:off x="24384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28">
              <a:extLst>
                <a:ext uri="{FF2B5EF4-FFF2-40B4-BE49-F238E27FC236}">
                  <a16:creationId xmlns:a16="http://schemas.microsoft.com/office/drawing/2014/main" id="{2861B698-E212-2CCF-5D31-F7D19BDC2F42}"/>
                </a:ext>
              </a:extLst>
            </p:cNvPr>
            <p:cNvCxnSpPr>
              <a:cxnSpLocks noChangeShapeType="1"/>
              <a:stCxn id="19" idx="3"/>
              <a:endCxn id="23" idx="1"/>
            </p:cNvCxnSpPr>
            <p:nvPr/>
          </p:nvCxnSpPr>
          <p:spPr bwMode="auto">
            <a:xfrm>
              <a:off x="37338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29">
              <a:extLst>
                <a:ext uri="{FF2B5EF4-FFF2-40B4-BE49-F238E27FC236}">
                  <a16:creationId xmlns:a16="http://schemas.microsoft.com/office/drawing/2014/main" id="{5DB86DD5-396E-616F-7AD8-CD3EDD5105AC}"/>
                </a:ext>
              </a:extLst>
            </p:cNvPr>
            <p:cNvCxnSpPr>
              <a:cxnSpLocks noChangeShapeType="1"/>
              <a:stCxn id="23" idx="3"/>
              <a:endCxn id="24" idx="1"/>
            </p:cNvCxnSpPr>
            <p:nvPr/>
          </p:nvCxnSpPr>
          <p:spPr bwMode="auto">
            <a:xfrm>
              <a:off x="47244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30">
              <a:extLst>
                <a:ext uri="{FF2B5EF4-FFF2-40B4-BE49-F238E27FC236}">
                  <a16:creationId xmlns:a16="http://schemas.microsoft.com/office/drawing/2014/main" id="{26F87D92-1F17-E254-918B-CABC3E587C28}"/>
                </a:ext>
              </a:extLst>
            </p:cNvPr>
            <p:cNvCxnSpPr>
              <a:cxnSpLocks noChangeShapeType="1"/>
              <a:stCxn id="24" idx="3"/>
              <a:endCxn id="25" idx="1"/>
            </p:cNvCxnSpPr>
            <p:nvPr/>
          </p:nvCxnSpPr>
          <p:spPr bwMode="auto">
            <a:xfrm>
              <a:off x="5715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AutoShape 46">
              <a:extLst>
                <a:ext uri="{FF2B5EF4-FFF2-40B4-BE49-F238E27FC236}">
                  <a16:creationId xmlns:a16="http://schemas.microsoft.com/office/drawing/2014/main" id="{3ED7F869-7F5D-D42D-B265-5E51C08A4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47" name="AutoShape 47">
              <a:extLst>
                <a:ext uri="{FF2B5EF4-FFF2-40B4-BE49-F238E27FC236}">
                  <a16:creationId xmlns:a16="http://schemas.microsoft.com/office/drawing/2014/main" id="{D3D73143-708F-D774-FC5D-E97672A55965}"/>
                </a:ext>
              </a:extLst>
            </p:cNvPr>
            <p:cNvCxnSpPr>
              <a:cxnSpLocks noChangeShapeType="1"/>
              <a:stCxn id="46" idx="3"/>
            </p:cNvCxnSpPr>
            <p:nvPr/>
          </p:nvCxnSpPr>
          <p:spPr bwMode="auto">
            <a:xfrm>
              <a:off x="4724400" y="4648200"/>
              <a:ext cx="2362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AutoShape 48">
              <a:extLst>
                <a:ext uri="{FF2B5EF4-FFF2-40B4-BE49-F238E27FC236}">
                  <a16:creationId xmlns:a16="http://schemas.microsoft.com/office/drawing/2014/main" id="{0FD26467-39E5-868A-7206-1E203A7A1DDA}"/>
                </a:ext>
              </a:extLst>
            </p:cNvPr>
            <p:cNvCxnSpPr>
              <a:cxnSpLocks noChangeShapeType="1"/>
              <a:stCxn id="46" idx="2"/>
              <a:endCxn id="23" idx="0"/>
            </p:cNvCxnSpPr>
            <p:nvPr/>
          </p:nvCxnSpPr>
          <p:spPr bwMode="auto">
            <a:xfrm>
              <a:off x="44196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AutoShape 49">
              <a:extLst>
                <a:ext uri="{FF2B5EF4-FFF2-40B4-BE49-F238E27FC236}">
                  <a16:creationId xmlns:a16="http://schemas.microsoft.com/office/drawing/2014/main" id="{C8827D02-05A5-88D5-1177-223CFE307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50" name="AutoShape 50">
              <a:extLst>
                <a:ext uri="{FF2B5EF4-FFF2-40B4-BE49-F238E27FC236}">
                  <a16:creationId xmlns:a16="http://schemas.microsoft.com/office/drawing/2014/main" id="{B290479C-EC81-5243-D1B0-ACC0FDA021DE}"/>
                </a:ext>
              </a:extLst>
            </p:cNvPr>
            <p:cNvCxnSpPr>
              <a:cxnSpLocks noChangeShapeType="1"/>
              <a:stCxn id="49" idx="2"/>
              <a:endCxn id="29" idx="0"/>
            </p:cNvCxnSpPr>
            <p:nvPr/>
          </p:nvCxnSpPr>
          <p:spPr bwMode="auto">
            <a:xfrm>
              <a:off x="83820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5" name="AutoShape 51">
              <a:extLst>
                <a:ext uri="{FF2B5EF4-FFF2-40B4-BE49-F238E27FC236}">
                  <a16:creationId xmlns:a16="http://schemas.microsoft.com/office/drawing/2014/main" id="{E05AE5B1-D600-D197-496D-809101E38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cxnSp>
          <p:nvCxnSpPr>
            <p:cNvPr id="56" name="AutoShape 52">
              <a:extLst>
                <a:ext uri="{FF2B5EF4-FFF2-40B4-BE49-F238E27FC236}">
                  <a16:creationId xmlns:a16="http://schemas.microsoft.com/office/drawing/2014/main" id="{CC30481A-6CFD-611E-2900-427BD5145C02}"/>
                </a:ext>
              </a:extLst>
            </p:cNvPr>
            <p:cNvCxnSpPr>
              <a:cxnSpLocks noChangeShapeType="1"/>
              <a:stCxn id="55" idx="2"/>
              <a:endCxn id="33" idx="0"/>
            </p:cNvCxnSpPr>
            <p:nvPr/>
          </p:nvCxnSpPr>
          <p:spPr bwMode="auto">
            <a:xfrm>
              <a:off x="4572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" name="AutoShape 53">
              <a:extLst>
                <a:ext uri="{FF2B5EF4-FFF2-40B4-BE49-F238E27FC236}">
                  <a16:creationId xmlns:a16="http://schemas.microsoft.com/office/drawing/2014/main" id="{A0CD47B8-92F8-5EB1-3AE4-939C44A9A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86" name="AutoShape 54">
              <a:extLst>
                <a:ext uri="{FF2B5EF4-FFF2-40B4-BE49-F238E27FC236}">
                  <a16:creationId xmlns:a16="http://schemas.microsoft.com/office/drawing/2014/main" id="{00C9A2D7-92F8-835A-37BC-BE318FB1E948}"/>
                </a:ext>
              </a:extLst>
            </p:cNvPr>
            <p:cNvCxnSpPr>
              <a:cxnSpLocks noChangeShapeType="1"/>
              <a:stCxn id="58" idx="2"/>
              <a:endCxn id="46" idx="0"/>
            </p:cNvCxnSpPr>
            <p:nvPr/>
          </p:nvCxnSpPr>
          <p:spPr bwMode="auto">
            <a:xfrm>
              <a:off x="44196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AutoShape 55">
              <a:extLst>
                <a:ext uri="{FF2B5EF4-FFF2-40B4-BE49-F238E27FC236}">
                  <a16:creationId xmlns:a16="http://schemas.microsoft.com/office/drawing/2014/main" id="{DA532FD8-0A6B-F3D6-B9EF-3BC7F08E8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88" name="AutoShape 56">
              <a:extLst>
                <a:ext uri="{FF2B5EF4-FFF2-40B4-BE49-F238E27FC236}">
                  <a16:creationId xmlns:a16="http://schemas.microsoft.com/office/drawing/2014/main" id="{AD39E3B5-A2C4-E241-8447-23B54F768C56}"/>
                </a:ext>
              </a:extLst>
            </p:cNvPr>
            <p:cNvCxnSpPr>
              <a:cxnSpLocks noChangeShapeType="1"/>
              <a:stCxn id="87" idx="2"/>
              <a:endCxn id="49" idx="0"/>
            </p:cNvCxnSpPr>
            <p:nvPr/>
          </p:nvCxnSpPr>
          <p:spPr bwMode="auto">
            <a:xfrm>
              <a:off x="83820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AutoShape 57">
              <a:extLst>
                <a:ext uri="{FF2B5EF4-FFF2-40B4-BE49-F238E27FC236}">
                  <a16:creationId xmlns:a16="http://schemas.microsoft.com/office/drawing/2014/main" id="{8004ECA3-B296-4F7B-604B-4FD646CF8BE6}"/>
                </a:ext>
              </a:extLst>
            </p:cNvPr>
            <p:cNvCxnSpPr>
              <a:cxnSpLocks noChangeShapeType="1"/>
              <a:stCxn id="55" idx="3"/>
              <a:endCxn id="58" idx="1"/>
            </p:cNvCxnSpPr>
            <p:nvPr/>
          </p:nvCxnSpPr>
          <p:spPr bwMode="auto">
            <a:xfrm>
              <a:off x="7620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1" name="AutoShape 59">
              <a:extLst>
                <a:ext uri="{FF2B5EF4-FFF2-40B4-BE49-F238E27FC236}">
                  <a16:creationId xmlns:a16="http://schemas.microsoft.com/office/drawing/2014/main" id="{494A5B71-D68D-54A9-3998-FF5860616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92" name="AutoShape 60">
              <a:extLst>
                <a:ext uri="{FF2B5EF4-FFF2-40B4-BE49-F238E27FC236}">
                  <a16:creationId xmlns:a16="http://schemas.microsoft.com/office/drawing/2014/main" id="{A2A3DE9F-0918-3851-49D0-FF5B3BB9B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93" name="AutoShape 61">
              <a:extLst>
                <a:ext uri="{FF2B5EF4-FFF2-40B4-BE49-F238E27FC236}">
                  <a16:creationId xmlns:a16="http://schemas.microsoft.com/office/drawing/2014/main" id="{858F056C-7D13-AF80-1AD8-71EBE9DF42B0}"/>
                </a:ext>
              </a:extLst>
            </p:cNvPr>
            <p:cNvCxnSpPr>
              <a:cxnSpLocks noChangeShapeType="1"/>
              <a:stCxn id="91" idx="3"/>
              <a:endCxn id="92" idx="1"/>
            </p:cNvCxnSpPr>
            <p:nvPr/>
          </p:nvCxnSpPr>
          <p:spPr bwMode="auto">
            <a:xfrm>
              <a:off x="762000" y="2667000"/>
              <a:ext cx="7315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AutoShape 62">
              <a:extLst>
                <a:ext uri="{FF2B5EF4-FFF2-40B4-BE49-F238E27FC236}">
                  <a16:creationId xmlns:a16="http://schemas.microsoft.com/office/drawing/2014/main" id="{7B3F866B-83C9-9698-0E42-20ADB163C100}"/>
                </a:ext>
              </a:extLst>
            </p:cNvPr>
            <p:cNvCxnSpPr>
              <a:cxnSpLocks noChangeShapeType="1"/>
              <a:stCxn id="91" idx="2"/>
              <a:endCxn id="55" idx="0"/>
            </p:cNvCxnSpPr>
            <p:nvPr/>
          </p:nvCxnSpPr>
          <p:spPr bwMode="auto">
            <a:xfrm>
              <a:off x="4572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AutoShape 63">
              <a:extLst>
                <a:ext uri="{FF2B5EF4-FFF2-40B4-BE49-F238E27FC236}">
                  <a16:creationId xmlns:a16="http://schemas.microsoft.com/office/drawing/2014/main" id="{4F34C246-F038-D784-D580-114B632B5994}"/>
                </a:ext>
              </a:extLst>
            </p:cNvPr>
            <p:cNvCxnSpPr>
              <a:cxnSpLocks noChangeShapeType="1"/>
              <a:stCxn id="92" idx="2"/>
              <a:endCxn id="87" idx="0"/>
            </p:cNvCxnSpPr>
            <p:nvPr/>
          </p:nvCxnSpPr>
          <p:spPr bwMode="auto">
            <a:xfrm>
              <a:off x="83820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AutoShape 64">
              <a:extLst>
                <a:ext uri="{FF2B5EF4-FFF2-40B4-BE49-F238E27FC236}">
                  <a16:creationId xmlns:a16="http://schemas.microsoft.com/office/drawing/2014/main" id="{82D80D72-7788-657D-46D4-86AD525091EE}"/>
                </a:ext>
              </a:extLst>
            </p:cNvPr>
            <p:cNvCxnSpPr>
              <a:cxnSpLocks noChangeShapeType="1"/>
              <a:stCxn id="49" idx="3"/>
            </p:cNvCxnSpPr>
            <p:nvPr/>
          </p:nvCxnSpPr>
          <p:spPr bwMode="auto">
            <a:xfrm>
              <a:off x="8686800" y="46482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AutoShape 65">
              <a:extLst>
                <a:ext uri="{FF2B5EF4-FFF2-40B4-BE49-F238E27FC236}">
                  <a16:creationId xmlns:a16="http://schemas.microsoft.com/office/drawing/2014/main" id="{0496B315-CD8B-928E-22D9-DB93ED6CF4BC}"/>
                </a:ext>
              </a:extLst>
            </p:cNvPr>
            <p:cNvCxnSpPr>
              <a:cxnSpLocks noChangeShapeType="1"/>
              <a:stCxn id="87" idx="3"/>
            </p:cNvCxnSpPr>
            <p:nvPr/>
          </p:nvCxnSpPr>
          <p:spPr bwMode="auto">
            <a:xfrm>
              <a:off x="8686800" y="36576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AutoShape 66">
              <a:extLst>
                <a:ext uri="{FF2B5EF4-FFF2-40B4-BE49-F238E27FC236}">
                  <a16:creationId xmlns:a16="http://schemas.microsoft.com/office/drawing/2014/main" id="{1AD614B4-FA6D-0EF9-A4EF-81545D458195}"/>
                </a:ext>
              </a:extLst>
            </p:cNvPr>
            <p:cNvCxnSpPr>
              <a:cxnSpLocks noChangeShapeType="1"/>
              <a:stCxn id="92" idx="3"/>
            </p:cNvCxnSpPr>
            <p:nvPr/>
          </p:nvCxnSpPr>
          <p:spPr bwMode="auto">
            <a:xfrm>
              <a:off x="8686800" y="26670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AutoShape 14">
            <a:extLst>
              <a:ext uri="{FF2B5EF4-FFF2-40B4-BE49-F238E27FC236}">
                <a16:creationId xmlns:a16="http://schemas.microsoft.com/office/drawing/2014/main" id="{802DE7B9-CD9C-95A8-910E-CE91BF5F5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8983" y="4668379"/>
            <a:ext cx="425285" cy="403504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A87"/>
                </a:solidFill>
                <a:ea typeface="Arial Unicode MS" pitchFamily="34" charset="-122"/>
              </a:rPr>
              <a:t>75</a:t>
            </a:r>
          </a:p>
        </p:txBody>
      </p:sp>
      <p:cxnSp>
        <p:nvCxnSpPr>
          <p:cNvPr id="7" name="AutoShape 17">
            <a:extLst>
              <a:ext uri="{FF2B5EF4-FFF2-40B4-BE49-F238E27FC236}">
                <a16:creationId xmlns:a16="http://schemas.microsoft.com/office/drawing/2014/main" id="{C3297549-0C86-FABA-F032-5F6841877364}"/>
              </a:ext>
            </a:extLst>
          </p:cNvPr>
          <p:cNvCxnSpPr>
            <a:cxnSpLocks noChangeShapeType="1"/>
            <a:stCxn id="5" idx="3"/>
          </p:cNvCxnSpPr>
          <p:nvPr/>
        </p:nvCxnSpPr>
        <p:spPr bwMode="auto">
          <a:xfrm>
            <a:off x="6514269" y="4870131"/>
            <a:ext cx="26580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72465E-AFDF-C272-32B9-CC5C61C38B2E}"/>
              </a:ext>
            </a:extLst>
          </p:cNvPr>
          <p:cNvSpPr txBox="1"/>
          <p:nvPr/>
        </p:nvSpPr>
        <p:spPr>
          <a:xfrm>
            <a:off x="7596336" y="465313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coin=HEAD</a:t>
            </a:r>
          </a:p>
        </p:txBody>
      </p:sp>
      <p:sp>
        <p:nvSpPr>
          <p:cNvPr id="102" name="AutoShape 14">
            <a:extLst>
              <a:ext uri="{FF2B5EF4-FFF2-40B4-BE49-F238E27FC236}">
                <a16:creationId xmlns:a16="http://schemas.microsoft.com/office/drawing/2014/main" id="{7BB118B9-59BF-0D80-C1FE-B05099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7254" y="4009242"/>
            <a:ext cx="425285" cy="403504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A87"/>
                </a:solidFill>
                <a:ea typeface="Arial Unicode MS" pitchFamily="34" charset="-122"/>
              </a:rPr>
              <a:t>75</a:t>
            </a:r>
          </a:p>
        </p:txBody>
      </p:sp>
      <p:cxnSp>
        <p:nvCxnSpPr>
          <p:cNvPr id="103" name="AutoShape 17">
            <a:extLst>
              <a:ext uri="{FF2B5EF4-FFF2-40B4-BE49-F238E27FC236}">
                <a16:creationId xmlns:a16="http://schemas.microsoft.com/office/drawing/2014/main" id="{60161DB9-D19D-907A-6554-E46C330873EC}"/>
              </a:ext>
            </a:extLst>
          </p:cNvPr>
          <p:cNvCxnSpPr>
            <a:cxnSpLocks noChangeShapeType="1"/>
            <a:stCxn id="102" idx="3"/>
          </p:cNvCxnSpPr>
          <p:nvPr/>
        </p:nvCxnSpPr>
        <p:spPr bwMode="auto">
          <a:xfrm>
            <a:off x="6522540" y="4210994"/>
            <a:ext cx="26580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4" name="AutoShape 47">
            <a:extLst>
              <a:ext uri="{FF2B5EF4-FFF2-40B4-BE49-F238E27FC236}">
                <a16:creationId xmlns:a16="http://schemas.microsoft.com/office/drawing/2014/main" id="{B394275C-F165-5794-FA13-A52A49360B15}"/>
              </a:ext>
            </a:extLst>
          </p:cNvPr>
          <p:cNvCxnSpPr>
            <a:cxnSpLocks noChangeShapeType="1"/>
            <a:endCxn id="102" idx="1"/>
          </p:cNvCxnSpPr>
          <p:nvPr/>
        </p:nvCxnSpPr>
        <p:spPr bwMode="auto">
          <a:xfrm flipV="1">
            <a:off x="4427984" y="4210994"/>
            <a:ext cx="1669270" cy="2856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078EC30-CFD2-D9AB-72ED-426FEACBFC4F}"/>
              </a:ext>
            </a:extLst>
          </p:cNvPr>
          <p:cNvSpPr txBox="1"/>
          <p:nvPr/>
        </p:nvSpPr>
        <p:spPr>
          <a:xfrm>
            <a:off x="7596336" y="4021539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coin=HEAD</a:t>
            </a:r>
          </a:p>
        </p:txBody>
      </p:sp>
    </p:spTree>
    <p:extLst>
      <p:ext uri="{BB962C8B-B14F-4D97-AF65-F5344CB8AC3E}">
        <p14:creationId xmlns:p14="http://schemas.microsoft.com/office/powerpoint/2010/main" val="1695253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6931"/>
          </a:xfrm>
        </p:spPr>
        <p:txBody>
          <a:bodyPr/>
          <a:lstStyle/>
          <a:p>
            <a:r>
              <a:rPr lang="en-US" dirty="0"/>
              <a:t>Insert in skip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</p:spPr>
            <p:txBody>
              <a:bodyPr/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INSERT(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200" b="1" dirty="0">
                    <a:solidFill>
                      <a:srgbClr val="FF0000"/>
                    </a:solidFill>
                  </a:rPr>
                  <a:t>):</a:t>
                </a:r>
                <a:r>
                  <a:rPr lang="en-US" sz="2200" dirty="0"/>
                  <a:t> when inserting an element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, </a:t>
                </a:r>
              </a:p>
              <a:p>
                <a:pPr marL="801687" lvl="1" indent="-457200">
                  <a:buFont typeface="+mj-lt"/>
                  <a:buAutoNum type="arabicParenR"/>
                </a:pPr>
                <a:r>
                  <a:rPr lang="en-US" sz="2000" dirty="0">
                    <a:solidFill>
                      <a:srgbClr val="0000FF"/>
                    </a:solidFill>
                  </a:rPr>
                  <a:t>always insert it into the bottom list </a:t>
                </a:r>
                <a:r>
                  <a:rPr lang="en-US" sz="2000" dirty="0"/>
                  <a:t>by using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SEARCH(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𝒌𝒆𝒚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) </a:t>
                </a:r>
                <a:r>
                  <a:rPr lang="en-US" sz="2000" dirty="0"/>
                  <a:t>to decide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should be inserted. </a:t>
                </a:r>
              </a:p>
              <a:p>
                <a:pPr marL="801687" lvl="1" indent="-457200">
                  <a:buFont typeface="+mj-lt"/>
                  <a:buAutoNum type="arabicParenR"/>
                </a:pPr>
                <a:r>
                  <a:rPr lang="en-US" sz="2000" dirty="0">
                    <a:solidFill>
                      <a:srgbClr val="0000FF"/>
                    </a:solidFill>
                  </a:rPr>
                  <a:t>flip a (fair) coin</a:t>
                </a:r>
                <a:r>
                  <a:rPr lang="en-US" sz="2000" dirty="0"/>
                  <a:t> to decide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should be </a:t>
                </a:r>
                <a:r>
                  <a:rPr lang="en-US" sz="2000" dirty="0">
                    <a:solidFill>
                      <a:srgbClr val="0000FF"/>
                    </a:solidFill>
                  </a:rPr>
                  <a:t>promoted to the next list </a:t>
                </a:r>
                <a:r>
                  <a:rPr lang="en-US" sz="2000" dirty="0"/>
                  <a:t>up (when outcome is </a:t>
                </a:r>
                <a:r>
                  <a:rPr lang="en-US" sz="2000" dirty="0">
                    <a:solidFill>
                      <a:srgbClr val="0000FF"/>
                    </a:solidFill>
                  </a:rPr>
                  <a:t>HEAD</a:t>
                </a:r>
                <a:r>
                  <a:rPr lang="en-US" sz="2000" dirty="0"/>
                  <a:t>, with a probability of 50%)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BDA84-1D02-4525-5F9D-878F92E33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2448272"/>
              </a:xfrm>
              <a:blipFill>
                <a:blip r:embed="rId2"/>
                <a:stretch>
                  <a:fillRect l="-148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CCB4882-9A52-AB47-7439-D0AB57BA0B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INSERT(</a:t>
                </a:r>
                <a14:m>
                  <m:oMath xmlns:m="http://schemas.openxmlformats.org/officeDocument/2006/math">
                    <m:r>
                      <a:rPr lang="en-US" altLang="en-US" sz="2000" b="1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𝒙</m:t>
                    </m:r>
                  </m:oMath>
                </a14:m>
                <a:r>
                  <a:rPr lang="en-US" altLang="en-US" sz="2000" b="1" kern="0" dirty="0">
                    <a:solidFill>
                      <a:srgbClr val="FF0000"/>
                    </a:solidFill>
                    <a:ea typeface="Arial Unicode MS" pitchFamily="34" charset="-122"/>
                  </a:rPr>
                  <a:t>) </a:t>
                </a:r>
                <a:r>
                  <a:rPr lang="en-US" altLang="en-US" sz="2000" kern="0" dirty="0">
                    <a:ea typeface="Arial Unicode MS" pitchFamily="34" charset="-122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𝑥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.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𝑘𝑒𝑦</m:t>
                    </m:r>
                    <m:r>
                      <a:rPr lang="en-US" altLang="en-US" sz="2000" i="1" kern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Arial Unicode MS" pitchFamily="34" charset="-122"/>
                      </a:rPr>
                      <m:t>=75 </m:t>
                    </m:r>
                  </m:oMath>
                </a14:m>
                <a:endParaRPr lang="en-US" altLang="en-US" sz="2000" kern="0" dirty="0"/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CCB4882-9A52-AB47-7439-D0AB57BA0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1901" y="6225266"/>
                <a:ext cx="4837622" cy="757064"/>
              </a:xfrm>
              <a:prstGeom prst="rect">
                <a:avLst/>
              </a:prstGeom>
              <a:blipFill>
                <a:blip r:embed="rId3"/>
                <a:stretch>
                  <a:fillRect l="-1259" t="-322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742FA4EF-8860-EA02-AF13-DE41E3307384}"/>
              </a:ext>
            </a:extLst>
          </p:cNvPr>
          <p:cNvGrpSpPr/>
          <p:nvPr/>
        </p:nvGrpSpPr>
        <p:grpSpPr>
          <a:xfrm>
            <a:off x="1259632" y="3356992"/>
            <a:ext cx="6219800" cy="2370584"/>
            <a:chOff x="152400" y="2362200"/>
            <a:chExt cx="8915400" cy="3581400"/>
          </a:xfrm>
        </p:grpSpPr>
        <p:sp>
          <p:nvSpPr>
            <p:cNvPr id="11" name="AutoShape 4">
              <a:extLst>
                <a:ext uri="{FF2B5EF4-FFF2-40B4-BE49-F238E27FC236}">
                  <a16:creationId xmlns:a16="http://schemas.microsoft.com/office/drawing/2014/main" id="{E4B884A7-7F69-3BFC-1E6E-76ADD4A4E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12" name="AutoShape 5">
              <a:extLst>
                <a:ext uri="{FF2B5EF4-FFF2-40B4-BE49-F238E27FC236}">
                  <a16:creationId xmlns:a16="http://schemas.microsoft.com/office/drawing/2014/main" id="{77918132-E6BD-1AAE-28EE-5AEE065B5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23</a:t>
              </a:r>
            </a:p>
          </p:txBody>
        </p:sp>
        <p:cxnSp>
          <p:nvCxnSpPr>
            <p:cNvPr id="13" name="AutoShape 6">
              <a:extLst>
                <a:ext uri="{FF2B5EF4-FFF2-40B4-BE49-F238E27FC236}">
                  <a16:creationId xmlns:a16="http://schemas.microsoft.com/office/drawing/2014/main" id="{47E25339-A590-BBCE-51C9-837A21D4F856}"/>
                </a:ext>
              </a:extLst>
            </p:cNvPr>
            <p:cNvCxnSpPr>
              <a:cxnSpLocks noChangeShapeType="1"/>
              <a:stCxn id="11" idx="3"/>
              <a:endCxn id="12" idx="1"/>
            </p:cNvCxnSpPr>
            <p:nvPr/>
          </p:nvCxnSpPr>
          <p:spPr bwMode="auto">
            <a:xfrm>
              <a:off x="762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AutoShape 7">
              <a:extLst>
                <a:ext uri="{FF2B5EF4-FFF2-40B4-BE49-F238E27FC236}">
                  <a16:creationId xmlns:a16="http://schemas.microsoft.com/office/drawing/2014/main" id="{1303C6D9-9A97-5F23-730F-2EB4A5158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18" name="AutoShape 8">
              <a:extLst>
                <a:ext uri="{FF2B5EF4-FFF2-40B4-BE49-F238E27FC236}">
                  <a16:creationId xmlns:a16="http://schemas.microsoft.com/office/drawing/2014/main" id="{DF497D99-5DEC-8770-B5F7-58A51EC83C46}"/>
                </a:ext>
              </a:extLst>
            </p:cNvPr>
            <p:cNvCxnSpPr>
              <a:cxnSpLocks noChangeShapeType="1"/>
              <a:stCxn id="12" idx="3"/>
              <a:endCxn id="14" idx="1"/>
            </p:cNvCxnSpPr>
            <p:nvPr/>
          </p:nvCxnSpPr>
          <p:spPr bwMode="auto">
            <a:xfrm>
              <a:off x="1752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AutoShape 9">
              <a:extLst>
                <a:ext uri="{FF2B5EF4-FFF2-40B4-BE49-F238E27FC236}">
                  <a16:creationId xmlns:a16="http://schemas.microsoft.com/office/drawing/2014/main" id="{6B687EC6-8871-C495-AE55-FBFB015F3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42</a:t>
              </a:r>
            </a:p>
          </p:txBody>
        </p:sp>
        <p:cxnSp>
          <p:nvCxnSpPr>
            <p:cNvPr id="22" name="AutoShape 10">
              <a:extLst>
                <a:ext uri="{FF2B5EF4-FFF2-40B4-BE49-F238E27FC236}">
                  <a16:creationId xmlns:a16="http://schemas.microsoft.com/office/drawing/2014/main" id="{0E603E23-2AF3-2C25-7E66-84A7DC615084}"/>
                </a:ext>
              </a:extLst>
            </p:cNvPr>
            <p:cNvCxnSpPr>
              <a:cxnSpLocks noChangeShapeType="1"/>
              <a:stCxn id="14" idx="3"/>
              <a:endCxn id="19" idx="1"/>
            </p:cNvCxnSpPr>
            <p:nvPr/>
          </p:nvCxnSpPr>
          <p:spPr bwMode="auto">
            <a:xfrm>
              <a:off x="2743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AutoShape 11">
              <a:extLst>
                <a:ext uri="{FF2B5EF4-FFF2-40B4-BE49-F238E27FC236}">
                  <a16:creationId xmlns:a16="http://schemas.microsoft.com/office/drawing/2014/main" id="{52B6E0F4-8F0B-990D-6DE6-9479950D4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sp>
          <p:nvSpPr>
            <p:cNvPr id="24" name="AutoShape 12">
              <a:extLst>
                <a:ext uri="{FF2B5EF4-FFF2-40B4-BE49-F238E27FC236}">
                  <a16:creationId xmlns:a16="http://schemas.microsoft.com/office/drawing/2014/main" id="{F370BA7E-ABFD-E03E-4F45-5687C336A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59</a:t>
              </a:r>
            </a:p>
          </p:txBody>
        </p:sp>
        <p:sp>
          <p:nvSpPr>
            <p:cNvPr id="25" name="AutoShape 13">
              <a:extLst>
                <a:ext uri="{FF2B5EF4-FFF2-40B4-BE49-F238E27FC236}">
                  <a16:creationId xmlns:a16="http://schemas.microsoft.com/office/drawing/2014/main" id="{A0F03DA0-44AD-D899-298B-D8DA5F675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 dirty="0">
                  <a:solidFill>
                    <a:srgbClr val="008A87"/>
                  </a:solidFill>
                  <a:ea typeface="Arial Unicode MS" pitchFamily="34" charset="-122"/>
                </a:rPr>
                <a:t>72</a:t>
              </a:r>
            </a:p>
          </p:txBody>
        </p:sp>
        <p:sp>
          <p:nvSpPr>
            <p:cNvPr id="27" name="AutoShape 14">
              <a:extLst>
                <a:ext uri="{FF2B5EF4-FFF2-40B4-BE49-F238E27FC236}">
                  <a16:creationId xmlns:a16="http://schemas.microsoft.com/office/drawing/2014/main" id="{FED1DA2D-C799-2A46-DFA6-B3BAE2EDD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 dirty="0">
                  <a:solidFill>
                    <a:srgbClr val="008A87"/>
                  </a:solidFill>
                  <a:ea typeface="Arial Unicode MS" pitchFamily="34" charset="-122"/>
                </a:rPr>
                <a:t>75</a:t>
              </a:r>
            </a:p>
          </p:txBody>
        </p:sp>
        <p:cxnSp>
          <p:nvCxnSpPr>
            <p:cNvPr id="28" name="AutoShape 15">
              <a:extLst>
                <a:ext uri="{FF2B5EF4-FFF2-40B4-BE49-F238E27FC236}">
                  <a16:creationId xmlns:a16="http://schemas.microsoft.com/office/drawing/2014/main" id="{155EBEDF-DD48-C486-E963-CBE677BCCECC}"/>
                </a:ext>
              </a:extLst>
            </p:cNvPr>
            <p:cNvCxnSpPr>
              <a:cxnSpLocks noChangeShapeType="1"/>
              <a:stCxn id="25" idx="3"/>
              <a:endCxn id="27" idx="1"/>
            </p:cNvCxnSpPr>
            <p:nvPr/>
          </p:nvCxnSpPr>
          <p:spPr bwMode="auto">
            <a:xfrm>
              <a:off x="67056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AutoShape 16">
              <a:extLst>
                <a:ext uri="{FF2B5EF4-FFF2-40B4-BE49-F238E27FC236}">
                  <a16:creationId xmlns:a16="http://schemas.microsoft.com/office/drawing/2014/main" id="{A56F1DCD-1F02-97C5-CE69-DBB9EA555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53340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30" name="AutoShape 17">
              <a:extLst>
                <a:ext uri="{FF2B5EF4-FFF2-40B4-BE49-F238E27FC236}">
                  <a16:creationId xmlns:a16="http://schemas.microsoft.com/office/drawing/2014/main" id="{52CE560D-C015-EA8F-8A9F-EBC9E1977C8E}"/>
                </a:ext>
              </a:extLst>
            </p:cNvPr>
            <p:cNvCxnSpPr>
              <a:cxnSpLocks noChangeShapeType="1"/>
              <a:stCxn id="27" idx="3"/>
              <a:endCxn id="29" idx="1"/>
            </p:cNvCxnSpPr>
            <p:nvPr/>
          </p:nvCxnSpPr>
          <p:spPr bwMode="auto">
            <a:xfrm>
              <a:off x="76962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AutoShape 18">
              <a:extLst>
                <a:ext uri="{FF2B5EF4-FFF2-40B4-BE49-F238E27FC236}">
                  <a16:creationId xmlns:a16="http://schemas.microsoft.com/office/drawing/2014/main" id="{B0A81FF7-7119-B838-E0B7-5EF8297D0A49}"/>
                </a:ext>
              </a:extLst>
            </p:cNvPr>
            <p:cNvCxnSpPr>
              <a:cxnSpLocks noChangeShapeType="1"/>
              <a:stCxn id="29" idx="3"/>
            </p:cNvCxnSpPr>
            <p:nvPr/>
          </p:nvCxnSpPr>
          <p:spPr bwMode="auto">
            <a:xfrm>
              <a:off x="8686800" y="56388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AutoShape 19">
              <a:extLst>
                <a:ext uri="{FF2B5EF4-FFF2-40B4-BE49-F238E27FC236}">
                  <a16:creationId xmlns:a16="http://schemas.microsoft.com/office/drawing/2014/main" id="{483E835C-356F-6C99-6DC6-08FDA3254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35" name="AutoShape 20">
              <a:extLst>
                <a:ext uri="{FF2B5EF4-FFF2-40B4-BE49-F238E27FC236}">
                  <a16:creationId xmlns:a16="http://schemas.microsoft.com/office/drawing/2014/main" id="{0B68CBA2-6C14-91BE-BD05-858EE2662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34</a:t>
              </a:r>
            </a:p>
          </p:txBody>
        </p:sp>
        <p:cxnSp>
          <p:nvCxnSpPr>
            <p:cNvPr id="38" name="AutoShape 23">
              <a:extLst>
                <a:ext uri="{FF2B5EF4-FFF2-40B4-BE49-F238E27FC236}">
                  <a16:creationId xmlns:a16="http://schemas.microsoft.com/office/drawing/2014/main" id="{DF5C2DF5-5502-E1D5-0E11-5106BE4EF6CE}"/>
                </a:ext>
              </a:extLst>
            </p:cNvPr>
            <p:cNvCxnSpPr>
              <a:cxnSpLocks noChangeShapeType="1"/>
              <a:stCxn id="33" idx="2"/>
              <a:endCxn id="11" idx="0"/>
            </p:cNvCxnSpPr>
            <p:nvPr/>
          </p:nvCxnSpPr>
          <p:spPr bwMode="auto">
            <a:xfrm>
              <a:off x="4572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AutoShape 25">
              <a:extLst>
                <a:ext uri="{FF2B5EF4-FFF2-40B4-BE49-F238E27FC236}">
                  <a16:creationId xmlns:a16="http://schemas.microsoft.com/office/drawing/2014/main" id="{2B71A87D-7728-C40D-5758-043885290C14}"/>
                </a:ext>
              </a:extLst>
            </p:cNvPr>
            <p:cNvCxnSpPr>
              <a:cxnSpLocks noChangeShapeType="1"/>
              <a:stCxn id="33" idx="3"/>
              <a:endCxn id="35" idx="1"/>
            </p:cNvCxnSpPr>
            <p:nvPr/>
          </p:nvCxnSpPr>
          <p:spPr bwMode="auto">
            <a:xfrm>
              <a:off x="7620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AutoShape 26">
              <a:extLst>
                <a:ext uri="{FF2B5EF4-FFF2-40B4-BE49-F238E27FC236}">
                  <a16:creationId xmlns:a16="http://schemas.microsoft.com/office/drawing/2014/main" id="{D2B463B4-9CBD-EF55-1610-B1869867B39D}"/>
                </a:ext>
              </a:extLst>
            </p:cNvPr>
            <p:cNvCxnSpPr>
              <a:cxnSpLocks noChangeShapeType="1"/>
              <a:stCxn id="35" idx="3"/>
              <a:endCxn id="46" idx="1"/>
            </p:cNvCxnSpPr>
            <p:nvPr/>
          </p:nvCxnSpPr>
          <p:spPr bwMode="auto">
            <a:xfrm>
              <a:off x="2743200" y="4648200"/>
              <a:ext cx="13716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AutoShape 27">
              <a:extLst>
                <a:ext uri="{FF2B5EF4-FFF2-40B4-BE49-F238E27FC236}">
                  <a16:creationId xmlns:a16="http://schemas.microsoft.com/office/drawing/2014/main" id="{230A31BE-232C-561D-420B-2EE850EC7CC6}"/>
                </a:ext>
              </a:extLst>
            </p:cNvPr>
            <p:cNvCxnSpPr>
              <a:cxnSpLocks noChangeShapeType="1"/>
              <a:stCxn id="35" idx="2"/>
              <a:endCxn id="14" idx="0"/>
            </p:cNvCxnSpPr>
            <p:nvPr/>
          </p:nvCxnSpPr>
          <p:spPr bwMode="auto">
            <a:xfrm>
              <a:off x="24384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28">
              <a:extLst>
                <a:ext uri="{FF2B5EF4-FFF2-40B4-BE49-F238E27FC236}">
                  <a16:creationId xmlns:a16="http://schemas.microsoft.com/office/drawing/2014/main" id="{2861B698-E212-2CCF-5D31-F7D19BDC2F42}"/>
                </a:ext>
              </a:extLst>
            </p:cNvPr>
            <p:cNvCxnSpPr>
              <a:cxnSpLocks noChangeShapeType="1"/>
              <a:stCxn id="19" idx="3"/>
              <a:endCxn id="23" idx="1"/>
            </p:cNvCxnSpPr>
            <p:nvPr/>
          </p:nvCxnSpPr>
          <p:spPr bwMode="auto">
            <a:xfrm>
              <a:off x="37338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29">
              <a:extLst>
                <a:ext uri="{FF2B5EF4-FFF2-40B4-BE49-F238E27FC236}">
                  <a16:creationId xmlns:a16="http://schemas.microsoft.com/office/drawing/2014/main" id="{5DB86DD5-396E-616F-7AD8-CD3EDD5105AC}"/>
                </a:ext>
              </a:extLst>
            </p:cNvPr>
            <p:cNvCxnSpPr>
              <a:cxnSpLocks noChangeShapeType="1"/>
              <a:stCxn id="23" idx="3"/>
              <a:endCxn id="24" idx="1"/>
            </p:cNvCxnSpPr>
            <p:nvPr/>
          </p:nvCxnSpPr>
          <p:spPr bwMode="auto">
            <a:xfrm>
              <a:off x="47244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30">
              <a:extLst>
                <a:ext uri="{FF2B5EF4-FFF2-40B4-BE49-F238E27FC236}">
                  <a16:creationId xmlns:a16="http://schemas.microsoft.com/office/drawing/2014/main" id="{26F87D92-1F17-E254-918B-CABC3E587C28}"/>
                </a:ext>
              </a:extLst>
            </p:cNvPr>
            <p:cNvCxnSpPr>
              <a:cxnSpLocks noChangeShapeType="1"/>
              <a:stCxn id="24" idx="3"/>
              <a:endCxn id="25" idx="1"/>
            </p:cNvCxnSpPr>
            <p:nvPr/>
          </p:nvCxnSpPr>
          <p:spPr bwMode="auto">
            <a:xfrm>
              <a:off x="5715000" y="5638800"/>
              <a:ext cx="3810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AutoShape 46">
              <a:extLst>
                <a:ext uri="{FF2B5EF4-FFF2-40B4-BE49-F238E27FC236}">
                  <a16:creationId xmlns:a16="http://schemas.microsoft.com/office/drawing/2014/main" id="{3ED7F869-7F5D-D42D-B265-5E51C08A4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47" name="AutoShape 47">
              <a:extLst>
                <a:ext uri="{FF2B5EF4-FFF2-40B4-BE49-F238E27FC236}">
                  <a16:creationId xmlns:a16="http://schemas.microsoft.com/office/drawing/2014/main" id="{D3D73143-708F-D774-FC5D-E97672A55965}"/>
                </a:ext>
              </a:extLst>
            </p:cNvPr>
            <p:cNvCxnSpPr>
              <a:cxnSpLocks noChangeShapeType="1"/>
              <a:stCxn id="46" idx="3"/>
            </p:cNvCxnSpPr>
            <p:nvPr/>
          </p:nvCxnSpPr>
          <p:spPr bwMode="auto">
            <a:xfrm>
              <a:off x="4724400" y="4648200"/>
              <a:ext cx="2362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AutoShape 48">
              <a:extLst>
                <a:ext uri="{FF2B5EF4-FFF2-40B4-BE49-F238E27FC236}">
                  <a16:creationId xmlns:a16="http://schemas.microsoft.com/office/drawing/2014/main" id="{0FD26467-39E5-868A-7206-1E203A7A1DDA}"/>
                </a:ext>
              </a:extLst>
            </p:cNvPr>
            <p:cNvCxnSpPr>
              <a:cxnSpLocks noChangeShapeType="1"/>
              <a:stCxn id="46" idx="2"/>
              <a:endCxn id="23" idx="0"/>
            </p:cNvCxnSpPr>
            <p:nvPr/>
          </p:nvCxnSpPr>
          <p:spPr bwMode="auto">
            <a:xfrm>
              <a:off x="44196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AutoShape 49">
              <a:extLst>
                <a:ext uri="{FF2B5EF4-FFF2-40B4-BE49-F238E27FC236}">
                  <a16:creationId xmlns:a16="http://schemas.microsoft.com/office/drawing/2014/main" id="{C8827D02-05A5-88D5-1177-223CFE307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3434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50" name="AutoShape 50">
              <a:extLst>
                <a:ext uri="{FF2B5EF4-FFF2-40B4-BE49-F238E27FC236}">
                  <a16:creationId xmlns:a16="http://schemas.microsoft.com/office/drawing/2014/main" id="{B290479C-EC81-5243-D1B0-ACC0FDA021DE}"/>
                </a:ext>
              </a:extLst>
            </p:cNvPr>
            <p:cNvCxnSpPr>
              <a:cxnSpLocks noChangeShapeType="1"/>
              <a:stCxn id="49" idx="2"/>
              <a:endCxn id="29" idx="0"/>
            </p:cNvCxnSpPr>
            <p:nvPr/>
          </p:nvCxnSpPr>
          <p:spPr bwMode="auto">
            <a:xfrm>
              <a:off x="8382000" y="49530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5" name="AutoShape 51">
              <a:extLst>
                <a:ext uri="{FF2B5EF4-FFF2-40B4-BE49-F238E27FC236}">
                  <a16:creationId xmlns:a16="http://schemas.microsoft.com/office/drawing/2014/main" id="{E05AE5B1-D600-D197-496D-809101E38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cxnSp>
          <p:nvCxnSpPr>
            <p:cNvPr id="56" name="AutoShape 52">
              <a:extLst>
                <a:ext uri="{FF2B5EF4-FFF2-40B4-BE49-F238E27FC236}">
                  <a16:creationId xmlns:a16="http://schemas.microsoft.com/office/drawing/2014/main" id="{CC30481A-6CFD-611E-2900-427BD5145C02}"/>
                </a:ext>
              </a:extLst>
            </p:cNvPr>
            <p:cNvCxnSpPr>
              <a:cxnSpLocks noChangeShapeType="1"/>
              <a:stCxn id="55" idx="2"/>
              <a:endCxn id="33" idx="0"/>
            </p:cNvCxnSpPr>
            <p:nvPr/>
          </p:nvCxnSpPr>
          <p:spPr bwMode="auto">
            <a:xfrm>
              <a:off x="4572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" name="AutoShape 53">
              <a:extLst>
                <a:ext uri="{FF2B5EF4-FFF2-40B4-BE49-F238E27FC236}">
                  <a16:creationId xmlns:a16="http://schemas.microsoft.com/office/drawing/2014/main" id="{A0CD47B8-92F8-5EB1-3AE4-939C44A9A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50</a:t>
              </a:r>
            </a:p>
          </p:txBody>
        </p:sp>
        <p:cxnSp>
          <p:nvCxnSpPr>
            <p:cNvPr id="86" name="AutoShape 54">
              <a:extLst>
                <a:ext uri="{FF2B5EF4-FFF2-40B4-BE49-F238E27FC236}">
                  <a16:creationId xmlns:a16="http://schemas.microsoft.com/office/drawing/2014/main" id="{00C9A2D7-92F8-835A-37BC-BE318FB1E948}"/>
                </a:ext>
              </a:extLst>
            </p:cNvPr>
            <p:cNvCxnSpPr>
              <a:cxnSpLocks noChangeShapeType="1"/>
              <a:stCxn id="58" idx="2"/>
              <a:endCxn id="46" idx="0"/>
            </p:cNvCxnSpPr>
            <p:nvPr/>
          </p:nvCxnSpPr>
          <p:spPr bwMode="auto">
            <a:xfrm>
              <a:off x="44196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AutoShape 55">
              <a:extLst>
                <a:ext uri="{FF2B5EF4-FFF2-40B4-BE49-F238E27FC236}">
                  <a16:creationId xmlns:a16="http://schemas.microsoft.com/office/drawing/2014/main" id="{DA532FD8-0A6B-F3D6-B9EF-3BC7F08E8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3528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88" name="AutoShape 56">
              <a:extLst>
                <a:ext uri="{FF2B5EF4-FFF2-40B4-BE49-F238E27FC236}">
                  <a16:creationId xmlns:a16="http://schemas.microsoft.com/office/drawing/2014/main" id="{AD39E3B5-A2C4-E241-8447-23B54F768C56}"/>
                </a:ext>
              </a:extLst>
            </p:cNvPr>
            <p:cNvCxnSpPr>
              <a:cxnSpLocks noChangeShapeType="1"/>
              <a:stCxn id="87" idx="2"/>
              <a:endCxn id="49" idx="0"/>
            </p:cNvCxnSpPr>
            <p:nvPr/>
          </p:nvCxnSpPr>
          <p:spPr bwMode="auto">
            <a:xfrm>
              <a:off x="8382000" y="39624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AutoShape 57">
              <a:extLst>
                <a:ext uri="{FF2B5EF4-FFF2-40B4-BE49-F238E27FC236}">
                  <a16:creationId xmlns:a16="http://schemas.microsoft.com/office/drawing/2014/main" id="{8004ECA3-B296-4F7B-604B-4FD646CF8BE6}"/>
                </a:ext>
              </a:extLst>
            </p:cNvPr>
            <p:cNvCxnSpPr>
              <a:cxnSpLocks noChangeShapeType="1"/>
              <a:stCxn id="55" idx="3"/>
              <a:endCxn id="58" idx="1"/>
            </p:cNvCxnSpPr>
            <p:nvPr/>
          </p:nvCxnSpPr>
          <p:spPr bwMode="auto">
            <a:xfrm>
              <a:off x="762000" y="3657600"/>
              <a:ext cx="33528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1" name="AutoShape 59">
              <a:extLst>
                <a:ext uri="{FF2B5EF4-FFF2-40B4-BE49-F238E27FC236}">
                  <a16:creationId xmlns:a16="http://schemas.microsoft.com/office/drawing/2014/main" id="{494A5B71-D68D-54A9-3998-FF5860616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14</a:t>
              </a:r>
            </a:p>
          </p:txBody>
        </p:sp>
        <p:sp>
          <p:nvSpPr>
            <p:cNvPr id="92" name="AutoShape 60">
              <a:extLst>
                <a:ext uri="{FF2B5EF4-FFF2-40B4-BE49-F238E27FC236}">
                  <a16:creationId xmlns:a16="http://schemas.microsoft.com/office/drawing/2014/main" id="{A2A3DE9F-0918-3851-49D0-FF5B3BB9B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2362200"/>
              <a:ext cx="609600" cy="6096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r>
                <a:rPr lang="en-US" altLang="en-US">
                  <a:solidFill>
                    <a:srgbClr val="008A87"/>
                  </a:solidFill>
                  <a:ea typeface="Arial Unicode MS" pitchFamily="34" charset="-122"/>
                </a:rPr>
                <a:t>79</a:t>
              </a:r>
            </a:p>
          </p:txBody>
        </p:sp>
        <p:cxnSp>
          <p:nvCxnSpPr>
            <p:cNvPr id="93" name="AutoShape 61">
              <a:extLst>
                <a:ext uri="{FF2B5EF4-FFF2-40B4-BE49-F238E27FC236}">
                  <a16:creationId xmlns:a16="http://schemas.microsoft.com/office/drawing/2014/main" id="{858F056C-7D13-AF80-1AD8-71EBE9DF42B0}"/>
                </a:ext>
              </a:extLst>
            </p:cNvPr>
            <p:cNvCxnSpPr>
              <a:cxnSpLocks noChangeShapeType="1"/>
              <a:stCxn id="91" idx="3"/>
              <a:endCxn id="92" idx="1"/>
            </p:cNvCxnSpPr>
            <p:nvPr/>
          </p:nvCxnSpPr>
          <p:spPr bwMode="auto">
            <a:xfrm>
              <a:off x="762000" y="2667000"/>
              <a:ext cx="7315200" cy="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AutoShape 62">
              <a:extLst>
                <a:ext uri="{FF2B5EF4-FFF2-40B4-BE49-F238E27FC236}">
                  <a16:creationId xmlns:a16="http://schemas.microsoft.com/office/drawing/2014/main" id="{7B3F866B-83C9-9698-0E42-20ADB163C100}"/>
                </a:ext>
              </a:extLst>
            </p:cNvPr>
            <p:cNvCxnSpPr>
              <a:cxnSpLocks noChangeShapeType="1"/>
              <a:stCxn id="91" idx="2"/>
              <a:endCxn id="55" idx="0"/>
            </p:cNvCxnSpPr>
            <p:nvPr/>
          </p:nvCxnSpPr>
          <p:spPr bwMode="auto">
            <a:xfrm>
              <a:off x="4572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AutoShape 63">
              <a:extLst>
                <a:ext uri="{FF2B5EF4-FFF2-40B4-BE49-F238E27FC236}">
                  <a16:creationId xmlns:a16="http://schemas.microsoft.com/office/drawing/2014/main" id="{4F34C246-F038-D784-D580-114B632B5994}"/>
                </a:ext>
              </a:extLst>
            </p:cNvPr>
            <p:cNvCxnSpPr>
              <a:cxnSpLocks noChangeShapeType="1"/>
              <a:stCxn id="92" idx="2"/>
              <a:endCxn id="87" idx="0"/>
            </p:cNvCxnSpPr>
            <p:nvPr/>
          </p:nvCxnSpPr>
          <p:spPr bwMode="auto">
            <a:xfrm>
              <a:off x="8382000" y="2971800"/>
              <a:ext cx="0" cy="381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AutoShape 64">
              <a:extLst>
                <a:ext uri="{FF2B5EF4-FFF2-40B4-BE49-F238E27FC236}">
                  <a16:creationId xmlns:a16="http://schemas.microsoft.com/office/drawing/2014/main" id="{82D80D72-7788-657D-46D4-86AD525091EE}"/>
                </a:ext>
              </a:extLst>
            </p:cNvPr>
            <p:cNvCxnSpPr>
              <a:cxnSpLocks noChangeShapeType="1"/>
              <a:stCxn id="49" idx="3"/>
            </p:cNvCxnSpPr>
            <p:nvPr/>
          </p:nvCxnSpPr>
          <p:spPr bwMode="auto">
            <a:xfrm>
              <a:off x="8686800" y="46482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AutoShape 65">
              <a:extLst>
                <a:ext uri="{FF2B5EF4-FFF2-40B4-BE49-F238E27FC236}">
                  <a16:creationId xmlns:a16="http://schemas.microsoft.com/office/drawing/2014/main" id="{0496B315-CD8B-928E-22D9-DB93ED6CF4BC}"/>
                </a:ext>
              </a:extLst>
            </p:cNvPr>
            <p:cNvCxnSpPr>
              <a:cxnSpLocks noChangeShapeType="1"/>
              <a:stCxn id="87" idx="3"/>
            </p:cNvCxnSpPr>
            <p:nvPr/>
          </p:nvCxnSpPr>
          <p:spPr bwMode="auto">
            <a:xfrm>
              <a:off x="8686800" y="36576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AutoShape 66">
              <a:extLst>
                <a:ext uri="{FF2B5EF4-FFF2-40B4-BE49-F238E27FC236}">
                  <a16:creationId xmlns:a16="http://schemas.microsoft.com/office/drawing/2014/main" id="{1AD614B4-FA6D-0EF9-A4EF-81545D458195}"/>
                </a:ext>
              </a:extLst>
            </p:cNvPr>
            <p:cNvCxnSpPr>
              <a:cxnSpLocks noChangeShapeType="1"/>
              <a:stCxn id="92" idx="3"/>
            </p:cNvCxnSpPr>
            <p:nvPr/>
          </p:nvCxnSpPr>
          <p:spPr bwMode="auto">
            <a:xfrm>
              <a:off x="8686800" y="2667000"/>
              <a:ext cx="381000" cy="1588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AutoShape 14">
            <a:extLst>
              <a:ext uri="{FF2B5EF4-FFF2-40B4-BE49-F238E27FC236}">
                <a16:creationId xmlns:a16="http://schemas.microsoft.com/office/drawing/2014/main" id="{802DE7B9-CD9C-95A8-910E-CE91BF5F5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8983" y="4668379"/>
            <a:ext cx="425285" cy="403504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A87"/>
                </a:solidFill>
                <a:ea typeface="Arial Unicode MS" pitchFamily="34" charset="-122"/>
              </a:rPr>
              <a:t>75</a:t>
            </a:r>
          </a:p>
        </p:txBody>
      </p:sp>
      <p:cxnSp>
        <p:nvCxnSpPr>
          <p:cNvPr id="7" name="AutoShape 17">
            <a:extLst>
              <a:ext uri="{FF2B5EF4-FFF2-40B4-BE49-F238E27FC236}">
                <a16:creationId xmlns:a16="http://schemas.microsoft.com/office/drawing/2014/main" id="{C3297549-0C86-FABA-F032-5F6841877364}"/>
              </a:ext>
            </a:extLst>
          </p:cNvPr>
          <p:cNvCxnSpPr>
            <a:cxnSpLocks noChangeShapeType="1"/>
            <a:stCxn id="5" idx="3"/>
          </p:cNvCxnSpPr>
          <p:nvPr/>
        </p:nvCxnSpPr>
        <p:spPr bwMode="auto">
          <a:xfrm>
            <a:off x="6514269" y="4870131"/>
            <a:ext cx="26580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72465E-AFDF-C272-32B9-CC5C61C38B2E}"/>
              </a:ext>
            </a:extLst>
          </p:cNvPr>
          <p:cNvSpPr txBox="1"/>
          <p:nvPr/>
        </p:nvSpPr>
        <p:spPr>
          <a:xfrm>
            <a:off x="7596336" y="465313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coin=HEAD</a:t>
            </a:r>
          </a:p>
        </p:txBody>
      </p:sp>
      <p:sp>
        <p:nvSpPr>
          <p:cNvPr id="102" name="AutoShape 14">
            <a:extLst>
              <a:ext uri="{FF2B5EF4-FFF2-40B4-BE49-F238E27FC236}">
                <a16:creationId xmlns:a16="http://schemas.microsoft.com/office/drawing/2014/main" id="{7BB118B9-59BF-0D80-C1FE-B05099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7254" y="4009242"/>
            <a:ext cx="425285" cy="403504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8A87"/>
                </a:solidFill>
                <a:ea typeface="Arial Unicode MS" pitchFamily="34" charset="-122"/>
              </a:rPr>
              <a:t>75</a:t>
            </a:r>
          </a:p>
        </p:txBody>
      </p:sp>
      <p:cxnSp>
        <p:nvCxnSpPr>
          <p:cNvPr id="103" name="AutoShape 17">
            <a:extLst>
              <a:ext uri="{FF2B5EF4-FFF2-40B4-BE49-F238E27FC236}">
                <a16:creationId xmlns:a16="http://schemas.microsoft.com/office/drawing/2014/main" id="{60161DB9-D19D-907A-6554-E46C330873EC}"/>
              </a:ext>
            </a:extLst>
          </p:cNvPr>
          <p:cNvCxnSpPr>
            <a:cxnSpLocks noChangeShapeType="1"/>
            <a:stCxn id="102" idx="3"/>
          </p:cNvCxnSpPr>
          <p:nvPr/>
        </p:nvCxnSpPr>
        <p:spPr bwMode="auto">
          <a:xfrm>
            <a:off x="6522540" y="4210994"/>
            <a:ext cx="265803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4" name="AutoShape 47">
            <a:extLst>
              <a:ext uri="{FF2B5EF4-FFF2-40B4-BE49-F238E27FC236}">
                <a16:creationId xmlns:a16="http://schemas.microsoft.com/office/drawing/2014/main" id="{B394275C-F165-5794-FA13-A52A49360B15}"/>
              </a:ext>
            </a:extLst>
          </p:cNvPr>
          <p:cNvCxnSpPr>
            <a:cxnSpLocks noChangeShapeType="1"/>
            <a:endCxn id="102" idx="1"/>
          </p:cNvCxnSpPr>
          <p:nvPr/>
        </p:nvCxnSpPr>
        <p:spPr bwMode="auto">
          <a:xfrm flipV="1">
            <a:off x="4427984" y="4210994"/>
            <a:ext cx="1669270" cy="2856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078EC30-CFD2-D9AB-72ED-426FEACBFC4F}"/>
              </a:ext>
            </a:extLst>
          </p:cNvPr>
          <p:cNvSpPr txBox="1"/>
          <p:nvPr/>
        </p:nvSpPr>
        <p:spPr>
          <a:xfrm>
            <a:off x="7596336" y="4021539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coin=HEAD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5FA3D9-80A1-2AC5-2EB3-C4759A8BF366}"/>
              </a:ext>
            </a:extLst>
          </p:cNvPr>
          <p:cNvSpPr txBox="1"/>
          <p:nvPr/>
        </p:nvSpPr>
        <p:spPr>
          <a:xfrm>
            <a:off x="7596336" y="3385170"/>
            <a:ext cx="1212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coin=TAIL</a:t>
            </a:r>
          </a:p>
        </p:txBody>
      </p:sp>
    </p:spTree>
    <p:extLst>
      <p:ext uri="{BB962C8B-B14F-4D97-AF65-F5344CB8AC3E}">
        <p14:creationId xmlns:p14="http://schemas.microsoft.com/office/powerpoint/2010/main" val="102997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BAA8-9E9C-7134-B2D0-E6101584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147248" cy="1139825"/>
          </a:xfrm>
        </p:spPr>
        <p:txBody>
          <a:bodyPr/>
          <a:lstStyle/>
          <a:p>
            <a:r>
              <a:rPr lang="en-US" dirty="0"/>
              <a:t>Running time of skip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3A370-27BD-6F01-E3D4-C91157F6A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56792"/>
                <a:ext cx="8229600" cy="1656184"/>
              </a:xfrm>
            </p:spPr>
            <p:txBody>
              <a:bodyPr/>
              <a:lstStyle/>
              <a:p>
                <a:r>
                  <a:rPr lang="en-US" sz="2200" dirty="0"/>
                  <a:t>It can be formally proved that the running time of </a:t>
                </a:r>
                <a:r>
                  <a:rPr lang="en-US" sz="2200" dirty="0">
                    <a:solidFill>
                      <a:srgbClr val="FF0000"/>
                    </a:solidFill>
                  </a:rPr>
                  <a:t>skip lists </a:t>
                </a:r>
                <a:r>
                  <a:rPr lang="en-US" sz="2200" dirty="0"/>
                  <a:t>for </a:t>
                </a:r>
                <a:r>
                  <a:rPr lang="en-US" sz="2200" dirty="0">
                    <a:solidFill>
                      <a:srgbClr val="FF0000"/>
                    </a:solidFill>
                  </a:rPr>
                  <a:t>INSERT, DELETE, SEARCH </a:t>
                </a:r>
                <a:r>
                  <a:rPr lang="en-US" sz="2200" dirty="0"/>
                  <a:t>operations is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solidFill>
                      <a:srgbClr val="0000FF"/>
                    </a:solidFill>
                  </a:rPr>
                  <a:t> on average and with high probability</a:t>
                </a:r>
                <a:r>
                  <a:rPr lang="en-US" sz="2200" dirty="0"/>
                  <a:t>. </a:t>
                </a:r>
              </a:p>
              <a:p>
                <a:endParaRPr lang="en-US" sz="2200" dirty="0"/>
              </a:p>
              <a:p>
                <a:endParaRPr lang="en-US" sz="2200" dirty="0"/>
              </a:p>
              <a:p>
                <a:pPr lvl="1"/>
                <a:endParaRPr lang="en-US" sz="1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3A370-27BD-6F01-E3D4-C91157F6A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56792"/>
                <a:ext cx="8229600" cy="1656184"/>
              </a:xfrm>
              <a:blipFill>
                <a:blip r:embed="rId2"/>
                <a:stretch>
                  <a:fillRect l="-148" t="-1838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93EFE31-7930-71EA-6FC7-2C6C8CCD38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9499713"/>
                  </p:ext>
                </p:extLst>
              </p:nvPr>
            </p:nvGraphicFramePr>
            <p:xfrm>
              <a:off x="313184" y="3692624"/>
              <a:ext cx="8507288" cy="175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84797">
                      <a:extLst>
                        <a:ext uri="{9D8B030D-6E8A-4147-A177-3AD203B41FA5}">
                          <a16:colId xmlns:a16="http://schemas.microsoft.com/office/drawing/2014/main" val="1031337434"/>
                        </a:ext>
                      </a:extLst>
                    </a:gridCol>
                    <a:gridCol w="1187611">
                      <a:extLst>
                        <a:ext uri="{9D8B030D-6E8A-4147-A177-3AD203B41FA5}">
                          <a16:colId xmlns:a16="http://schemas.microsoft.com/office/drawing/2014/main" val="1745827868"/>
                        </a:ext>
                      </a:extLst>
                    </a:gridCol>
                    <a:gridCol w="1152128">
                      <a:extLst>
                        <a:ext uri="{9D8B030D-6E8A-4147-A177-3AD203B41FA5}">
                          <a16:colId xmlns:a16="http://schemas.microsoft.com/office/drawing/2014/main" val="2302833363"/>
                        </a:ext>
                      </a:extLst>
                    </a:gridCol>
                    <a:gridCol w="1296144">
                      <a:extLst>
                        <a:ext uri="{9D8B030D-6E8A-4147-A177-3AD203B41FA5}">
                          <a16:colId xmlns:a16="http://schemas.microsoft.com/office/drawing/2014/main" val="1880093541"/>
                        </a:ext>
                      </a:extLst>
                    </a:gridCol>
                    <a:gridCol w="1296144">
                      <a:extLst>
                        <a:ext uri="{9D8B030D-6E8A-4147-A177-3AD203B41FA5}">
                          <a16:colId xmlns:a16="http://schemas.microsoft.com/office/drawing/2014/main" val="410798517"/>
                        </a:ext>
                      </a:extLst>
                    </a:gridCol>
                    <a:gridCol w="1090464">
                      <a:extLst>
                        <a:ext uri="{9D8B030D-6E8A-4147-A177-3AD203B41FA5}">
                          <a16:colId xmlns:a16="http://schemas.microsoft.com/office/drawing/2014/main" val="15291941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Array (</a:t>
                          </a:r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unsorted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Array (</a:t>
                          </a:r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sorted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Linked List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unsorted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Linked List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sorted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7030A0"/>
                              </a:solidFill>
                            </a:rPr>
                            <a:t>Skip List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1272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INSERT</a:t>
                          </a:r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b="0" dirty="0">
                              <a:solidFill>
                                <a:srgbClr val="0000FF"/>
                              </a:solidFill>
                            </a:rPr>
                            <a:t>an element</a:t>
                          </a:r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0063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DELETE</a:t>
                          </a:r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b="0" dirty="0">
                              <a:solidFill>
                                <a:srgbClr val="0000FF"/>
                              </a:solidFill>
                            </a:rPr>
                            <a:t>an element</a:t>
                          </a:r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lg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721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SEARCH</a:t>
                          </a:r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en-US" sz="1800" b="0" kern="1200" dirty="0">
                              <a:solidFill>
                                <a:srgbClr val="0000FF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with key</a:t>
                          </a:r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𝐥𝐠</m:t>
                                    </m:r>
                                  </m:fName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func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𝐥𝐠</m:t>
                                    </m:r>
                                  </m:fName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</m:func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3609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93EFE31-7930-71EA-6FC7-2C6C8CCD38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9499713"/>
                  </p:ext>
                </p:extLst>
              </p:nvPr>
            </p:nvGraphicFramePr>
            <p:xfrm>
              <a:off x="313184" y="3692624"/>
              <a:ext cx="8507288" cy="175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84797">
                      <a:extLst>
                        <a:ext uri="{9D8B030D-6E8A-4147-A177-3AD203B41FA5}">
                          <a16:colId xmlns:a16="http://schemas.microsoft.com/office/drawing/2014/main" val="1031337434"/>
                        </a:ext>
                      </a:extLst>
                    </a:gridCol>
                    <a:gridCol w="1187611">
                      <a:extLst>
                        <a:ext uri="{9D8B030D-6E8A-4147-A177-3AD203B41FA5}">
                          <a16:colId xmlns:a16="http://schemas.microsoft.com/office/drawing/2014/main" val="1745827868"/>
                        </a:ext>
                      </a:extLst>
                    </a:gridCol>
                    <a:gridCol w="1152128">
                      <a:extLst>
                        <a:ext uri="{9D8B030D-6E8A-4147-A177-3AD203B41FA5}">
                          <a16:colId xmlns:a16="http://schemas.microsoft.com/office/drawing/2014/main" val="2302833363"/>
                        </a:ext>
                      </a:extLst>
                    </a:gridCol>
                    <a:gridCol w="1296144">
                      <a:extLst>
                        <a:ext uri="{9D8B030D-6E8A-4147-A177-3AD203B41FA5}">
                          <a16:colId xmlns:a16="http://schemas.microsoft.com/office/drawing/2014/main" val="1880093541"/>
                        </a:ext>
                      </a:extLst>
                    </a:gridCol>
                    <a:gridCol w="1296144">
                      <a:extLst>
                        <a:ext uri="{9D8B030D-6E8A-4147-A177-3AD203B41FA5}">
                          <a16:colId xmlns:a16="http://schemas.microsoft.com/office/drawing/2014/main" val="410798517"/>
                        </a:ext>
                      </a:extLst>
                    </a:gridCol>
                    <a:gridCol w="1090464">
                      <a:extLst>
                        <a:ext uri="{9D8B030D-6E8A-4147-A177-3AD203B41FA5}">
                          <a16:colId xmlns:a16="http://schemas.microsoft.com/office/drawing/2014/main" val="152919415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Array (</a:t>
                          </a:r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unsorted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Array (</a:t>
                          </a:r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sorted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Linked List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unsorted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Linked List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sorted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rgbClr val="7030A0"/>
                              </a:solidFill>
                            </a:rPr>
                            <a:t>Skip List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1272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INSERT</a:t>
                          </a:r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b="0" dirty="0">
                              <a:solidFill>
                                <a:srgbClr val="0000FF"/>
                              </a:solidFill>
                            </a:rPr>
                            <a:t>an element</a:t>
                          </a:r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9744" t="-181967" r="-408205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9577" t="-181967" r="-321164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4057" t="-181967" r="-18632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1831" t="-181967" r="-85446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447" t="-181967" r="-1676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0063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DELETE</a:t>
                          </a:r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n-US" b="0" dirty="0">
                              <a:solidFill>
                                <a:srgbClr val="0000FF"/>
                              </a:solidFill>
                            </a:rPr>
                            <a:t>an element</a:t>
                          </a:r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9744" t="-281967" r="-40820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9577" t="-281967" r="-321164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4057" t="-281967" r="-1863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1831" t="-281967" r="-85446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447" t="-281967" r="-1676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72170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SEARCH</a:t>
                          </a:r>
                          <a:r>
                            <a:rPr lang="en-US" b="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(</a:t>
                          </a:r>
                          <a:r>
                            <a:rPr lang="en-US" sz="1800" b="0" kern="1200" dirty="0">
                              <a:solidFill>
                                <a:srgbClr val="0000FF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with key</a:t>
                          </a:r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9744" t="-381967" r="-408205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9577" t="-381967" r="-321164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4057" t="-381967" r="-18632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71831" t="-381967" r="-85446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0447" t="-381967" r="-1676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36094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9EA10C9-CE6F-49C5-E085-3F4EFAFEB052}"/>
              </a:ext>
            </a:extLst>
          </p:cNvPr>
          <p:cNvSpPr/>
          <p:nvPr/>
        </p:nvSpPr>
        <p:spPr>
          <a:xfrm>
            <a:off x="7740352" y="3697956"/>
            <a:ext cx="1080120" cy="1747267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33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17AE8-B1D4-2885-1173-2943B306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Lists Alternatives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92E29-8F23-B832-3D39-03D7EA425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Sorted Arrays</a:t>
            </a:r>
          </a:p>
          <a:p>
            <a:r>
              <a:rPr lang="en-US" dirty="0"/>
              <a:t>Binary Search Trees(O(</a:t>
            </a:r>
            <a:r>
              <a:rPr lang="en-US" dirty="0" err="1"/>
              <a:t>logn</a:t>
            </a:r>
            <a:r>
              <a:rPr lang="en-US" dirty="0"/>
              <a:t>))</a:t>
            </a:r>
          </a:p>
          <a:p>
            <a:r>
              <a:rPr lang="en-US" dirty="0"/>
              <a:t>AVL Trees(O(</a:t>
            </a:r>
            <a:r>
              <a:rPr lang="en-US" dirty="0" err="1"/>
              <a:t>logn</a:t>
            </a:r>
            <a:r>
              <a:rPr lang="en-US" dirty="0"/>
              <a:t>))</a:t>
            </a:r>
          </a:p>
          <a:p>
            <a:r>
              <a:rPr lang="en-US" dirty="0" err="1"/>
              <a:t>Treaps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2A0B4FF6-16B9-2633-E481-7BA718556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865562"/>
            <a:ext cx="1925050" cy="1693813"/>
          </a:xfrm>
          <a:prstGeom prst="rect">
            <a:avLst/>
          </a:prstGeom>
        </p:spPr>
      </p:pic>
      <p:pic>
        <p:nvPicPr>
          <p:cNvPr id="7" name="Picture 6" descr="AVL Tree&#10;">
            <a:extLst>
              <a:ext uri="{FF2B5EF4-FFF2-40B4-BE49-F238E27FC236}">
                <a16:creationId xmlns:a16="http://schemas.microsoft.com/office/drawing/2014/main" id="{C30B6FCD-291D-7DA7-5A24-C27928055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3765853"/>
            <a:ext cx="2232248" cy="1893228"/>
          </a:xfrm>
          <a:prstGeom prst="rect">
            <a:avLst/>
          </a:prstGeom>
        </p:spPr>
      </p:pic>
      <p:pic>
        <p:nvPicPr>
          <p:cNvPr id="9" name="Picture 8" descr="A diagram of a company&#10;&#10;Description automatically generated">
            <a:extLst>
              <a:ext uri="{FF2B5EF4-FFF2-40B4-BE49-F238E27FC236}">
                <a16:creationId xmlns:a16="http://schemas.microsoft.com/office/drawing/2014/main" id="{36395AEF-8FD1-F7C6-68F8-F611FFE171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528" y="3725218"/>
            <a:ext cx="2578272" cy="197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686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AMBLE" val="\documentclass{article}&#10;\pagestyle{empty}&#10;\usepackage{xspace,amssymb,amsfonts,amsmath}&#10;\usepackage{color}&#10;\usepackage{TeX4PPT}&#10;"/>
  <p:tag name="MAGPC" val="200"/>
  <p:tag name="FONTSIZE" val="10"/>
</p:tagLst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27672</TotalTime>
  <Words>1396</Words>
  <Application>Microsoft Office PowerPoint</Application>
  <PresentationFormat>On-screen Show (4:3)</PresentationFormat>
  <Paragraphs>393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Arial Unicode MS</vt:lpstr>
      <vt:lpstr>Calibri</vt:lpstr>
      <vt:lpstr>Cambria Math</vt:lpstr>
      <vt:lpstr>Garamond</vt:lpstr>
      <vt:lpstr>Wingdings</vt:lpstr>
      <vt:lpstr>Edge</vt:lpstr>
      <vt:lpstr>EECS 330 Data Structures and Algorithms    Skip Lists    </vt:lpstr>
      <vt:lpstr>Quick Recap of Linked Lists</vt:lpstr>
      <vt:lpstr>Why Skip Lists over other Structures?</vt:lpstr>
      <vt:lpstr>Skip lists</vt:lpstr>
      <vt:lpstr>Search in linked lists</vt:lpstr>
      <vt:lpstr>Speed up search</vt:lpstr>
      <vt:lpstr>Two lists</vt:lpstr>
      <vt:lpstr>Two lists</vt:lpstr>
      <vt:lpstr>Skip lists</vt:lpstr>
      <vt:lpstr>Skip lists</vt:lpstr>
      <vt:lpstr>Dealing with insert and delete</vt:lpstr>
      <vt:lpstr>Delete in skip lists</vt:lpstr>
      <vt:lpstr>Delete in skip lists</vt:lpstr>
      <vt:lpstr>Insert in skip lists</vt:lpstr>
      <vt:lpstr>Insert in skip lists</vt:lpstr>
      <vt:lpstr>Insert in skip lists</vt:lpstr>
      <vt:lpstr>Insert in skip lists</vt:lpstr>
      <vt:lpstr>Insert in skip lists</vt:lpstr>
      <vt:lpstr>Insert in skip lists</vt:lpstr>
      <vt:lpstr>Running time of skip lists</vt:lpstr>
      <vt:lpstr>Skip Lists Alternatives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Sun Hongyang</dc:creator>
  <cp:lastModifiedBy>Jigyas Sharma</cp:lastModifiedBy>
  <cp:revision>5606</cp:revision>
  <dcterms:created xsi:type="dcterms:W3CDTF">2011-01-31T06:54:05Z</dcterms:created>
  <dcterms:modified xsi:type="dcterms:W3CDTF">2024-02-21T04:58:32Z</dcterms:modified>
</cp:coreProperties>
</file>